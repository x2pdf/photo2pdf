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8.xml" ContentType="application/vnd.openxmlformats-officedocument.theme+xml"/>
  <Override PartName="/ppt/theme/theme11.xml" ContentType="application/vnd.openxmlformats-officedocument.theme+xml"/>
  <Override PartName="/ppt/theme/theme9.xml" ContentType="application/vnd.openxmlformats-officedocument.theme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1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A3A894-133B-4BFA-BADE-F1176F43E6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AF7DA8-15AB-4CAC-8DE0-82659D29AC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EB7F715-59FD-45AE-BBF7-B408173C1F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HK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8D17C43-D057-4CB5-A654-69FD807746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6E62F30-612C-4DB8-A4D7-3EF82C7016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HK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HK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396E276-4017-49CD-85E3-1EEC84F363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E1DB158-67F6-44B3-91D0-E35F810C09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D7F342B-ED49-49D1-9582-F81C927606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DDB2B3B-F74F-447C-938D-10759E86F6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49B45F5-0D6F-49B8-9285-4C6B62D320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93D3122E-FF10-40C0-AD95-774D3DA203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pc="-1" strike="noStrike">
                <a:solidFill>
                  <a:schemeClr val="dk1"/>
                </a:solidFill>
                <a:latin typeface="Calibri"/>
              </a:rPr>
              <a:t>单击此处编辑母版标题样式</a:t>
            </a:r>
            <a:endParaRPr b="0" lang="en-HK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HK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HK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HK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HK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HK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HK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Calibri"/>
              </a:rPr>
              <a:t>单击此处编辑母版标题样式</a:t>
            </a:r>
            <a:endParaRPr b="0" lang="en-HK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Calibri"/>
              </a:rPr>
              <a:t>单击此处编辑母版文本样式</a:t>
            </a:r>
            <a:endParaRPr b="0" lang="en-HK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Calibri"/>
              </a:rPr>
              <a:t>第二级</a:t>
            </a:r>
            <a:endParaRPr b="0" lang="en-HK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Calibri"/>
              </a:rPr>
              <a:t>第三级</a:t>
            </a:r>
            <a:endParaRPr b="0" lang="en-HK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Calibri"/>
              </a:rPr>
              <a:t>第四级</a:t>
            </a: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Calibri"/>
              </a:rPr>
              <a:t>第五级</a:t>
            </a: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H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Calibri"/>
              </a:rPr>
              <a:t>单击此处编辑母版标题样式</a:t>
            </a:r>
            <a:endParaRPr b="0" lang="en-HK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Calibri"/>
              </a:rPr>
              <a:t>单击此处编辑母版文本样式</a:t>
            </a:r>
            <a:endParaRPr b="0" lang="en-HK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Calibri"/>
              </a:rPr>
              <a:t>第二级</a:t>
            </a:r>
            <a:endParaRPr b="0" lang="en-HK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Calibri"/>
              </a:rPr>
              <a:t>第三级</a:t>
            </a:r>
            <a:endParaRPr b="0" lang="en-HK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Calibri"/>
              </a:rPr>
              <a:t>第四级</a:t>
            </a: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Calibri"/>
              </a:rPr>
              <a:t>第五级</a:t>
            </a: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H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Calibri"/>
              </a:rPr>
              <a:t>单击此处编辑母版标题样式</a:t>
            </a:r>
            <a:endParaRPr b="0" lang="en-HK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Calibri"/>
              </a:rPr>
              <a:t>单击此处编辑母版文本样式</a:t>
            </a:r>
            <a:endParaRPr b="0" lang="en-HK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Calibri"/>
              </a:rPr>
              <a:t>第二级</a:t>
            </a:r>
            <a:endParaRPr b="0" lang="en-HK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Calibri"/>
              </a:rPr>
              <a:t>第三级</a:t>
            </a:r>
            <a:endParaRPr b="0" lang="en-HK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Calibri"/>
              </a:rPr>
              <a:t>第四级</a:t>
            </a: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Calibri"/>
              </a:rPr>
              <a:t>第五级</a:t>
            </a: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H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pc="-1" strike="noStrike">
                <a:solidFill>
                  <a:schemeClr val="dk1"/>
                </a:solidFill>
                <a:latin typeface="Calibri"/>
              </a:rPr>
              <a:t>单击此处编辑母版标题样式</a:t>
            </a:r>
            <a:endParaRPr b="0" lang="en-HK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单击此处编辑母版文本样式</a:t>
            </a:r>
            <a:endParaRPr b="0" lang="en-HK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H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Calibri"/>
              </a:rPr>
              <a:t>单击此处编辑母版标题样式</a:t>
            </a:r>
            <a:endParaRPr b="0" lang="en-HK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Calibri"/>
              </a:rPr>
              <a:t>单击此处编辑母版文本样式</a:t>
            </a:r>
            <a:endParaRPr b="0" lang="en-HK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Calibri"/>
              </a:rPr>
              <a:t>第二级</a:t>
            </a:r>
            <a:endParaRPr b="0" lang="en-HK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Calibri"/>
              </a:rPr>
              <a:t>第三级</a:t>
            </a:r>
            <a:endParaRPr b="0" lang="en-HK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Calibri"/>
              </a:rPr>
              <a:t>第四级</a:t>
            </a: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Calibri"/>
              </a:rPr>
              <a:t>第五级</a:t>
            </a: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Calibri"/>
              </a:rPr>
              <a:t>单击此处编辑母版文本样式</a:t>
            </a:r>
            <a:endParaRPr b="0" lang="en-HK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Calibri"/>
              </a:rPr>
              <a:t>第二级</a:t>
            </a:r>
            <a:endParaRPr b="0" lang="en-HK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Calibri"/>
              </a:rPr>
              <a:t>第三级</a:t>
            </a:r>
            <a:endParaRPr b="0" lang="en-HK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Calibri"/>
              </a:rPr>
              <a:t>第四级</a:t>
            </a: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Calibri"/>
              </a:rPr>
              <a:t>第五级</a:t>
            </a: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H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Calibri"/>
              </a:rPr>
              <a:t>单击此处编辑母版标题样式</a:t>
            </a:r>
            <a:endParaRPr b="0" lang="en-HK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chemeClr val="dk1"/>
                </a:solidFill>
                <a:latin typeface="Calibri"/>
              </a:rPr>
              <a:t>单击此处编辑母版文本样式</a:t>
            </a:r>
            <a:endParaRPr b="0" lang="en-HK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Calibri"/>
              </a:rPr>
              <a:t>单击此处编辑母版文本样式</a:t>
            </a:r>
            <a:endParaRPr b="0" lang="en-HK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Calibri"/>
              </a:rPr>
              <a:t>第二级</a:t>
            </a:r>
            <a:endParaRPr b="0" lang="en-HK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Calibri"/>
              </a:rPr>
              <a:t>第三级</a:t>
            </a:r>
            <a:endParaRPr b="0" lang="en-HK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Calibri"/>
              </a:rPr>
              <a:t>第四级</a:t>
            </a: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Calibri"/>
              </a:rPr>
              <a:t>第五级</a:t>
            </a: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chemeClr val="dk1"/>
                </a:solidFill>
                <a:latin typeface="Calibri"/>
              </a:rPr>
              <a:t>单击此处编辑母版文本样式</a:t>
            </a:r>
            <a:endParaRPr b="0" lang="en-HK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Calibri"/>
              </a:rPr>
              <a:t>单击此处编辑母版文本样式</a:t>
            </a:r>
            <a:endParaRPr b="0" lang="en-HK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Calibri"/>
              </a:rPr>
              <a:t>第二级</a:t>
            </a:r>
            <a:endParaRPr b="0" lang="en-HK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Calibri"/>
              </a:rPr>
              <a:t>第三级</a:t>
            </a:r>
            <a:endParaRPr b="0" lang="en-HK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Calibri"/>
              </a:rPr>
              <a:t>第四级</a:t>
            </a: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Calibri"/>
              </a:rPr>
              <a:t>第五级</a:t>
            </a: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H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Calibri"/>
              </a:rPr>
              <a:t>单击此处编辑母版标题样式</a:t>
            </a:r>
            <a:endParaRPr b="0" lang="en-HK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H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H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pc="-1" strike="noStrike">
                <a:solidFill>
                  <a:schemeClr val="dk1"/>
                </a:solidFill>
                <a:latin typeface="Calibri"/>
              </a:rPr>
              <a:t>单击此处编辑母版标题样式</a:t>
            </a:r>
            <a:endParaRPr b="0" lang="en-HK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3200" spc="-1" strike="noStrike">
                <a:solidFill>
                  <a:schemeClr val="dk1"/>
                </a:solidFill>
                <a:latin typeface="Calibri"/>
              </a:rPr>
              <a:t>单击此处编辑母版文本样式</a:t>
            </a:r>
            <a:endParaRPr b="0" lang="en-HK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Calibri"/>
              </a:rPr>
              <a:t>第二级</a:t>
            </a:r>
            <a:endParaRPr b="0" lang="en-HK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Calibri"/>
              </a:rPr>
              <a:t>第三级</a:t>
            </a:r>
            <a:endParaRPr b="0" lang="en-HK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Calibri"/>
              </a:rPr>
              <a:t>第四级</a:t>
            </a:r>
            <a:endParaRPr b="0" lang="en-HK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Calibri"/>
              </a:rPr>
              <a:t>第五级</a:t>
            </a:r>
            <a:endParaRPr b="0" lang="en-HK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pc="-1" strike="noStrike">
                <a:solidFill>
                  <a:schemeClr val="dk1"/>
                </a:solidFill>
                <a:latin typeface="Calibri"/>
              </a:rPr>
              <a:t>单击此处编辑母版文本样式</a:t>
            </a:r>
            <a:endParaRPr b="0" lang="en-HK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H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pc="-1" strike="noStrike">
                <a:solidFill>
                  <a:schemeClr val="dk1"/>
                </a:solidFill>
                <a:latin typeface="Calibri"/>
              </a:rPr>
              <a:t>单击此处编辑母版标题样式</a:t>
            </a:r>
            <a:endParaRPr b="0" lang="en-HK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HK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HK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HK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HK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HK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HK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HK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pc="-1" strike="noStrike">
                <a:solidFill>
                  <a:schemeClr val="dk1"/>
                </a:solidFill>
                <a:latin typeface="Calibri"/>
              </a:rPr>
              <a:t>单击此处编辑母版文本样式</a:t>
            </a:r>
            <a:endParaRPr b="0" lang="en-HK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H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H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H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"/>
              </a:rPr>
              <a:t>LOGO</a:t>
            </a:r>
            <a:endParaRPr b="0" lang="en-HK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original</a:t>
            </a:r>
            <a:endParaRPr b="0" lang="en-HK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8"/>
          <p:cNvSpPr/>
          <p:nvPr/>
        </p:nvSpPr>
        <p:spPr>
          <a:xfrm>
            <a:off x="2520000" y="1080000"/>
            <a:ext cx="5940000" cy="4402440"/>
          </a:xfrm>
          <a:prstGeom prst="rect">
            <a:avLst/>
          </a:prstGeom>
          <a:solidFill>
            <a:srgbClr val="00b0f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文本框 4"/>
          <p:cNvSpPr/>
          <p:nvPr/>
        </p:nvSpPr>
        <p:spPr>
          <a:xfrm>
            <a:off x="2717280" y="2656440"/>
            <a:ext cx="3142440" cy="14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en-US" sz="9600" spc="-1" strike="noStrike">
                <a:solidFill>
                  <a:srgbClr val="ffc000"/>
                </a:solidFill>
                <a:latin typeface="Calibri"/>
              </a:rPr>
              <a:t>photo</a:t>
            </a:r>
            <a:endParaRPr b="0" lang="en-HK" sz="9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文本框 5"/>
          <p:cNvSpPr/>
          <p:nvPr/>
        </p:nvSpPr>
        <p:spPr>
          <a:xfrm>
            <a:off x="5793840" y="2931840"/>
            <a:ext cx="604800" cy="99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914400">
              <a:lnSpc>
                <a:spcPct val="90000"/>
              </a:lnSpc>
            </a:pPr>
            <a:r>
              <a:rPr b="0" lang="en-US" sz="6600" spc="-1" strike="noStrike">
                <a:solidFill>
                  <a:schemeClr val="lt1"/>
                </a:solidFill>
                <a:latin typeface="Calibri"/>
              </a:rPr>
              <a:t>2</a:t>
            </a:r>
            <a:endParaRPr b="0" lang="en-HK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文本框 6"/>
          <p:cNvSpPr/>
          <p:nvPr/>
        </p:nvSpPr>
        <p:spPr>
          <a:xfrm>
            <a:off x="6268320" y="2193480"/>
            <a:ext cx="1831680" cy="14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en-US" sz="9600" spc="-1" strike="noStrike">
                <a:solidFill>
                  <a:srgbClr val="ffff00"/>
                </a:solidFill>
                <a:latin typeface="Calibri"/>
              </a:rPr>
              <a:t>pdf</a:t>
            </a:r>
            <a:endParaRPr b="0" lang="en-HK" sz="9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3"/>
          <p:cNvSpPr/>
          <p:nvPr/>
        </p:nvSpPr>
        <p:spPr>
          <a:xfrm>
            <a:off x="7179480" y="729000"/>
            <a:ext cx="3779640" cy="53996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rgbClr val="ffffff">
                  <a:alpha val="1000"/>
                </a:srgbClr>
              </a:solidFill>
              <a:latin typeface="Calibri"/>
            </a:endParaRPr>
          </a:p>
        </p:txBody>
      </p:sp>
      <p:sp>
        <p:nvSpPr>
          <p:cNvPr id="73" name="矩形 4"/>
          <p:cNvSpPr/>
          <p:nvPr/>
        </p:nvSpPr>
        <p:spPr>
          <a:xfrm>
            <a:off x="7688520" y="116064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文本框 6"/>
          <p:cNvSpPr/>
          <p:nvPr/>
        </p:nvSpPr>
        <p:spPr>
          <a:xfrm>
            <a:off x="8126640" y="1474560"/>
            <a:ext cx="40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文本框 7"/>
          <p:cNvSpPr/>
          <p:nvPr/>
        </p:nvSpPr>
        <p:spPr>
          <a:xfrm>
            <a:off x="8330040" y="1160640"/>
            <a:ext cx="611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32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文本框 8"/>
          <p:cNvSpPr/>
          <p:nvPr/>
        </p:nvSpPr>
        <p:spPr>
          <a:xfrm>
            <a:off x="7794000" y="1218600"/>
            <a:ext cx="743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32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矩形 9"/>
          <p:cNvSpPr/>
          <p:nvPr/>
        </p:nvSpPr>
        <p:spPr>
          <a:xfrm>
            <a:off x="9230400" y="116064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文本框 10"/>
          <p:cNvSpPr/>
          <p:nvPr/>
        </p:nvSpPr>
        <p:spPr>
          <a:xfrm>
            <a:off x="9906480" y="1288440"/>
            <a:ext cx="2833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HK" sz="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9" name="直接连接符 13"/>
          <p:cNvCxnSpPr/>
          <p:nvPr/>
        </p:nvCxnSpPr>
        <p:spPr>
          <a:xfrm>
            <a:off x="9517320" y="1251360"/>
            <a:ext cx="268920" cy="4791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80" name="直接连接符 14"/>
          <p:cNvCxnSpPr/>
          <p:nvPr/>
        </p:nvCxnSpPr>
        <p:spPr>
          <a:xfrm flipV="1">
            <a:off x="9297000" y="1251360"/>
            <a:ext cx="221040" cy="4791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81" name="直接连接符 15"/>
          <p:cNvCxnSpPr/>
          <p:nvPr/>
        </p:nvCxnSpPr>
        <p:spPr>
          <a:xfrm flipV="1">
            <a:off x="9743400" y="1319400"/>
            <a:ext cx="158400" cy="3438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82" name="直接连接符 16"/>
          <p:cNvCxnSpPr/>
          <p:nvPr/>
        </p:nvCxnSpPr>
        <p:spPr>
          <a:xfrm>
            <a:off x="9901440" y="1319400"/>
            <a:ext cx="373680" cy="3578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83" name="直接连接符 17"/>
          <p:cNvCxnSpPr/>
          <p:nvPr/>
        </p:nvCxnSpPr>
        <p:spPr>
          <a:xfrm>
            <a:off x="9954000" y="1558080"/>
            <a:ext cx="188280" cy="153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84" name="直接连接符 18"/>
          <p:cNvCxnSpPr/>
          <p:nvPr/>
        </p:nvCxnSpPr>
        <p:spPr>
          <a:xfrm flipV="1">
            <a:off x="9525960" y="1558080"/>
            <a:ext cx="428400" cy="2106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85" name="矩形 23"/>
          <p:cNvSpPr/>
          <p:nvPr/>
        </p:nvSpPr>
        <p:spPr>
          <a:xfrm>
            <a:off x="7688520" y="229536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文本框 24"/>
          <p:cNvSpPr/>
          <p:nvPr/>
        </p:nvSpPr>
        <p:spPr>
          <a:xfrm>
            <a:off x="8097120" y="2399760"/>
            <a:ext cx="40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矩形 27"/>
          <p:cNvSpPr/>
          <p:nvPr/>
        </p:nvSpPr>
        <p:spPr>
          <a:xfrm>
            <a:off x="8100720" y="2768040"/>
            <a:ext cx="401760" cy="22320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矩形 28"/>
          <p:cNvSpPr/>
          <p:nvPr/>
        </p:nvSpPr>
        <p:spPr>
          <a:xfrm>
            <a:off x="8502480" y="2899440"/>
            <a:ext cx="329760" cy="9180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矩形 29"/>
          <p:cNvSpPr/>
          <p:nvPr/>
        </p:nvSpPr>
        <p:spPr>
          <a:xfrm>
            <a:off x="7770600" y="2842920"/>
            <a:ext cx="329760" cy="14832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矩形 30"/>
          <p:cNvSpPr/>
          <p:nvPr/>
        </p:nvSpPr>
        <p:spPr>
          <a:xfrm>
            <a:off x="9231120" y="229536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文本框 31"/>
          <p:cNvSpPr/>
          <p:nvPr/>
        </p:nvSpPr>
        <p:spPr>
          <a:xfrm>
            <a:off x="9858960" y="2334960"/>
            <a:ext cx="40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2" name="直接连接符 35"/>
          <p:cNvCxnSpPr/>
          <p:nvPr/>
        </p:nvCxnSpPr>
        <p:spPr>
          <a:xfrm flipH="1">
            <a:off x="10050120" y="2621880"/>
            <a:ext cx="16200" cy="1400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93" name="直接连接符 36"/>
          <p:cNvCxnSpPr/>
          <p:nvPr/>
        </p:nvCxnSpPr>
        <p:spPr>
          <a:xfrm flipV="1">
            <a:off x="9888840" y="2620440"/>
            <a:ext cx="177480" cy="1152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94" name="直接连接符 37"/>
          <p:cNvCxnSpPr/>
          <p:nvPr/>
        </p:nvCxnSpPr>
        <p:spPr>
          <a:xfrm flipV="1">
            <a:off x="9924120" y="2859120"/>
            <a:ext cx="136440" cy="1051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95" name="直接连接符 38"/>
          <p:cNvCxnSpPr/>
          <p:nvPr/>
        </p:nvCxnSpPr>
        <p:spPr>
          <a:xfrm>
            <a:off x="10064520" y="2616480"/>
            <a:ext cx="122400" cy="1256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96" name="直接连接符 39"/>
          <p:cNvCxnSpPr/>
          <p:nvPr/>
        </p:nvCxnSpPr>
        <p:spPr>
          <a:xfrm>
            <a:off x="10059480" y="2859120"/>
            <a:ext cx="157680" cy="982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97" name="直接连接符 40"/>
          <p:cNvCxnSpPr/>
          <p:nvPr/>
        </p:nvCxnSpPr>
        <p:spPr>
          <a:xfrm>
            <a:off x="10050120" y="2754360"/>
            <a:ext cx="13680" cy="1000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98" name="文本框 52"/>
          <p:cNvSpPr/>
          <p:nvPr/>
        </p:nvSpPr>
        <p:spPr>
          <a:xfrm>
            <a:off x="9497160" y="2336040"/>
            <a:ext cx="40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9" name="直接连接符 53"/>
          <p:cNvCxnSpPr/>
          <p:nvPr/>
        </p:nvCxnSpPr>
        <p:spPr>
          <a:xfrm>
            <a:off x="9702720" y="2612160"/>
            <a:ext cx="29520" cy="1389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00" name="直接连接符 54"/>
          <p:cNvCxnSpPr/>
          <p:nvPr/>
        </p:nvCxnSpPr>
        <p:spPr>
          <a:xfrm flipV="1">
            <a:off x="9565560" y="2621880"/>
            <a:ext cx="141840" cy="1051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01" name="直接连接符 55"/>
          <p:cNvCxnSpPr/>
          <p:nvPr/>
        </p:nvCxnSpPr>
        <p:spPr>
          <a:xfrm flipV="1">
            <a:off x="9565560" y="2860560"/>
            <a:ext cx="136080" cy="1051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02" name="直接连接符 56"/>
          <p:cNvCxnSpPr/>
          <p:nvPr/>
        </p:nvCxnSpPr>
        <p:spPr>
          <a:xfrm>
            <a:off x="9705960" y="2617920"/>
            <a:ext cx="190080" cy="117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03" name="直接连接符 57"/>
          <p:cNvCxnSpPr/>
          <p:nvPr/>
        </p:nvCxnSpPr>
        <p:spPr>
          <a:xfrm>
            <a:off x="9700560" y="2860560"/>
            <a:ext cx="158040" cy="97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04" name="直接连接符 58"/>
          <p:cNvCxnSpPr/>
          <p:nvPr/>
        </p:nvCxnSpPr>
        <p:spPr>
          <a:xfrm flipH="1">
            <a:off x="9704520" y="2743200"/>
            <a:ext cx="27720" cy="1126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05" name="矩形 61"/>
          <p:cNvSpPr/>
          <p:nvPr/>
        </p:nvSpPr>
        <p:spPr>
          <a:xfrm>
            <a:off x="9808920" y="2615400"/>
            <a:ext cx="167760" cy="1285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矩形 62"/>
          <p:cNvSpPr/>
          <p:nvPr/>
        </p:nvSpPr>
        <p:spPr>
          <a:xfrm>
            <a:off x="7688520" y="346572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文本框 63"/>
          <p:cNvSpPr/>
          <p:nvPr/>
        </p:nvSpPr>
        <p:spPr>
          <a:xfrm>
            <a:off x="8096400" y="3606120"/>
            <a:ext cx="40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8" name="直接连接符 68"/>
          <p:cNvCxnSpPr/>
          <p:nvPr/>
        </p:nvCxnSpPr>
        <p:spPr>
          <a:xfrm flipV="1">
            <a:off x="8381160" y="3619440"/>
            <a:ext cx="99360" cy="1220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09" name="直接连接符 69"/>
          <p:cNvCxnSpPr/>
          <p:nvPr/>
        </p:nvCxnSpPr>
        <p:spPr>
          <a:xfrm flipH="1" flipV="1">
            <a:off x="8111880" y="3611160"/>
            <a:ext cx="83520" cy="1191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10" name="直接连接符 70"/>
          <p:cNvCxnSpPr/>
          <p:nvPr/>
        </p:nvCxnSpPr>
        <p:spPr>
          <a:xfrm flipH="1" flipV="1">
            <a:off x="8297280" y="3559680"/>
            <a:ext cx="35280" cy="986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11" name="直接连接符 72"/>
          <p:cNvCxnSpPr/>
          <p:nvPr/>
        </p:nvCxnSpPr>
        <p:spPr>
          <a:xfrm flipV="1">
            <a:off x="8256600" y="3560400"/>
            <a:ext cx="41040" cy="97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12" name="直接连接符 73"/>
          <p:cNvCxnSpPr/>
          <p:nvPr/>
        </p:nvCxnSpPr>
        <p:spPr>
          <a:xfrm>
            <a:off x="8212320" y="3589560"/>
            <a:ext cx="43560" cy="612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13" name="直接连接符 74"/>
          <p:cNvCxnSpPr/>
          <p:nvPr/>
        </p:nvCxnSpPr>
        <p:spPr>
          <a:xfrm flipV="1">
            <a:off x="8332200" y="3589560"/>
            <a:ext cx="49320" cy="61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14" name="直接连接符 76"/>
          <p:cNvCxnSpPr/>
          <p:nvPr/>
        </p:nvCxnSpPr>
        <p:spPr>
          <a:xfrm>
            <a:off x="8381160" y="3589560"/>
            <a:ext cx="2880" cy="626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15" name="直接连接符 77"/>
          <p:cNvCxnSpPr/>
          <p:nvPr/>
        </p:nvCxnSpPr>
        <p:spPr>
          <a:xfrm flipV="1">
            <a:off x="8383680" y="3612960"/>
            <a:ext cx="90720" cy="45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16" name="直接连接符 78"/>
          <p:cNvCxnSpPr/>
          <p:nvPr/>
        </p:nvCxnSpPr>
        <p:spPr>
          <a:xfrm flipV="1">
            <a:off x="8202600" y="3596400"/>
            <a:ext cx="10080" cy="576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17" name="直接连接符 79"/>
          <p:cNvCxnSpPr/>
          <p:nvPr/>
        </p:nvCxnSpPr>
        <p:spPr>
          <a:xfrm>
            <a:off x="8119440" y="3606120"/>
            <a:ext cx="75960" cy="522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18" name="矩形 82"/>
          <p:cNvSpPr/>
          <p:nvPr/>
        </p:nvSpPr>
        <p:spPr>
          <a:xfrm>
            <a:off x="8129160" y="4094640"/>
            <a:ext cx="329760" cy="9180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119" name="直接连接符 85"/>
          <p:cNvCxnSpPr>
            <a:stCxn id="118" idx="0"/>
            <a:endCxn id="107" idx="2"/>
          </p:cNvCxnSpPr>
          <p:nvPr/>
        </p:nvCxnSpPr>
        <p:spPr>
          <a:xfrm flipV="1">
            <a:off x="8294040" y="3970080"/>
            <a:ext cx="7560" cy="124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20" name="直接连接符 86"/>
          <p:cNvCxnSpPr/>
          <p:nvPr/>
        </p:nvCxnSpPr>
        <p:spPr>
          <a:xfrm flipV="1">
            <a:off x="8310600" y="3946320"/>
            <a:ext cx="13320" cy="28440"/>
          </a:xfrm>
          <a:prstGeom prst="straightConnector1">
            <a:avLst/>
          </a:prstGeom>
          <a:ln>
            <a:solidFill>
              <a:srgbClr val="ed7d31"/>
            </a:solidFill>
          </a:ln>
        </p:spPr>
      </p:cxnSp>
      <p:cxnSp>
        <p:nvCxnSpPr>
          <p:cNvPr id="121" name="直接连接符 88"/>
          <p:cNvCxnSpPr/>
          <p:nvPr/>
        </p:nvCxnSpPr>
        <p:spPr>
          <a:xfrm flipH="1" flipV="1">
            <a:off x="8294040" y="3946320"/>
            <a:ext cx="5760" cy="24480"/>
          </a:xfrm>
          <a:prstGeom prst="straightConnector1">
            <a:avLst/>
          </a:prstGeom>
          <a:ln>
            <a:solidFill>
              <a:srgbClr val="ed7d31"/>
            </a:solidFill>
          </a:ln>
        </p:spPr>
      </p:cxnSp>
      <p:cxnSp>
        <p:nvCxnSpPr>
          <p:cNvPr id="122" name="直接连接符 89"/>
          <p:cNvCxnSpPr/>
          <p:nvPr/>
        </p:nvCxnSpPr>
        <p:spPr>
          <a:xfrm flipH="1" flipV="1">
            <a:off x="8274600" y="3950280"/>
            <a:ext cx="5400" cy="24480"/>
          </a:xfrm>
          <a:prstGeom prst="straightConnector1">
            <a:avLst/>
          </a:prstGeom>
          <a:ln>
            <a:solidFill>
              <a:srgbClr val="ed7d31"/>
            </a:solidFill>
          </a:ln>
        </p:spPr>
      </p:cxnSp>
      <p:sp>
        <p:nvSpPr>
          <p:cNvPr id="123" name="矩形 90"/>
          <p:cNvSpPr/>
          <p:nvPr/>
        </p:nvSpPr>
        <p:spPr>
          <a:xfrm>
            <a:off x="9231120" y="346572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椭圆 95"/>
          <p:cNvSpPr/>
          <p:nvPr/>
        </p:nvSpPr>
        <p:spPr>
          <a:xfrm>
            <a:off x="9686880" y="3678480"/>
            <a:ext cx="367920" cy="371160"/>
          </a:xfrm>
          <a:prstGeom prst="ellipse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双波形 96"/>
          <p:cNvSpPr/>
          <p:nvPr/>
        </p:nvSpPr>
        <p:spPr>
          <a:xfrm>
            <a:off x="9777240" y="3794040"/>
            <a:ext cx="186840" cy="140040"/>
          </a:xfrm>
          <a:prstGeom prst="doubleWave">
            <a:avLst>
              <a:gd name="adj1" fmla="val 6250"/>
              <a:gd name="adj2" fmla="val 0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斜纹 97"/>
          <p:cNvSpPr/>
          <p:nvPr/>
        </p:nvSpPr>
        <p:spPr>
          <a:xfrm flipH="1" rot="1800000">
            <a:off x="10131840" y="3824640"/>
            <a:ext cx="75960" cy="109440"/>
          </a:xfrm>
          <a:prstGeom prst="diagStripe">
            <a:avLst>
              <a:gd name="adj" fmla="val 50000"/>
            </a:avLst>
          </a:prstGeom>
          <a:noFill/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7080" bIns="370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127" name="直接连接符 98"/>
          <p:cNvCxnSpPr/>
          <p:nvPr/>
        </p:nvCxnSpPr>
        <p:spPr>
          <a:xfrm>
            <a:off x="10187640" y="3921120"/>
            <a:ext cx="10080" cy="12132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cxnSp>
        <p:nvCxnSpPr>
          <p:cNvPr id="128" name="直接连接符 101"/>
          <p:cNvCxnSpPr/>
          <p:nvPr/>
        </p:nvCxnSpPr>
        <p:spPr>
          <a:xfrm flipH="1">
            <a:off x="9573120" y="3903120"/>
            <a:ext cx="11880" cy="12168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cxnSp>
        <p:nvCxnSpPr>
          <p:cNvPr id="129" name="直接连接符 102"/>
          <p:cNvCxnSpPr/>
          <p:nvPr/>
        </p:nvCxnSpPr>
        <p:spPr>
          <a:xfrm flipH="1">
            <a:off x="9599040" y="3836520"/>
            <a:ext cx="7560" cy="5544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cxnSp>
        <p:nvCxnSpPr>
          <p:cNvPr id="130" name="直接连接符 103"/>
          <p:cNvCxnSpPr/>
          <p:nvPr/>
        </p:nvCxnSpPr>
        <p:spPr>
          <a:xfrm flipH="1">
            <a:off x="9584640" y="3836520"/>
            <a:ext cx="7200" cy="5544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cxnSp>
        <p:nvCxnSpPr>
          <p:cNvPr id="131" name="直接连接符 104"/>
          <p:cNvCxnSpPr/>
          <p:nvPr/>
        </p:nvCxnSpPr>
        <p:spPr>
          <a:xfrm flipH="1">
            <a:off x="9565920" y="3836520"/>
            <a:ext cx="7560" cy="5544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sp>
        <p:nvSpPr>
          <p:cNvPr id="132" name="椭圆 105"/>
          <p:cNvSpPr/>
          <p:nvPr/>
        </p:nvSpPr>
        <p:spPr>
          <a:xfrm>
            <a:off x="10097280" y="3556080"/>
            <a:ext cx="127440" cy="128520"/>
          </a:xfrm>
          <a:prstGeom prst="ellipse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矩形 106"/>
          <p:cNvSpPr/>
          <p:nvPr/>
        </p:nvSpPr>
        <p:spPr>
          <a:xfrm>
            <a:off x="7681680" y="4627800"/>
            <a:ext cx="1238400" cy="745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十角星 112"/>
          <p:cNvSpPr/>
          <p:nvPr/>
        </p:nvSpPr>
        <p:spPr>
          <a:xfrm>
            <a:off x="8344440" y="2638440"/>
            <a:ext cx="75960" cy="83520"/>
          </a:xfrm>
          <a:prstGeom prst="star10">
            <a:avLst>
              <a:gd name="adj" fmla="val 42533"/>
              <a:gd name="hf" fmla="val 105146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240" bIns="-32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太阳形 113"/>
          <p:cNvSpPr/>
          <p:nvPr/>
        </p:nvSpPr>
        <p:spPr>
          <a:xfrm>
            <a:off x="9618840" y="1251720"/>
            <a:ext cx="124200" cy="127440"/>
          </a:xfrm>
          <a:prstGeom prst="sun">
            <a:avLst>
              <a:gd name="adj" fmla="val 2500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60" bIns="3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文本框 114"/>
          <p:cNvSpPr/>
          <p:nvPr/>
        </p:nvSpPr>
        <p:spPr>
          <a:xfrm>
            <a:off x="8284680" y="4932720"/>
            <a:ext cx="221400" cy="1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3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3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7" name="直接连接符 115"/>
          <p:cNvCxnSpPr/>
          <p:nvPr/>
        </p:nvCxnSpPr>
        <p:spPr>
          <a:xfrm>
            <a:off x="8394480" y="5032080"/>
            <a:ext cx="2160" cy="759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38" name="直接连接符 116"/>
          <p:cNvCxnSpPr/>
          <p:nvPr/>
        </p:nvCxnSpPr>
        <p:spPr>
          <a:xfrm flipV="1">
            <a:off x="8362800" y="5027760"/>
            <a:ext cx="33840" cy="36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39" name="直接连接符 117"/>
          <p:cNvCxnSpPr/>
          <p:nvPr/>
        </p:nvCxnSpPr>
        <p:spPr>
          <a:xfrm flipV="1">
            <a:off x="8360280" y="5107680"/>
            <a:ext cx="34560" cy="507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40" name="直接连接符 118"/>
          <p:cNvCxnSpPr/>
          <p:nvPr/>
        </p:nvCxnSpPr>
        <p:spPr>
          <a:xfrm>
            <a:off x="8398440" y="5027760"/>
            <a:ext cx="74520" cy="313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41" name="直接连接符 119"/>
          <p:cNvCxnSpPr/>
          <p:nvPr/>
        </p:nvCxnSpPr>
        <p:spPr>
          <a:xfrm>
            <a:off x="8400960" y="5107680"/>
            <a:ext cx="41040" cy="428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42" name="直接连接符 121"/>
          <p:cNvCxnSpPr/>
          <p:nvPr/>
        </p:nvCxnSpPr>
        <p:spPr>
          <a:xfrm flipH="1" flipV="1">
            <a:off x="8345160" y="5018400"/>
            <a:ext cx="15480" cy="406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43" name="直接连接符 122"/>
          <p:cNvCxnSpPr/>
          <p:nvPr/>
        </p:nvCxnSpPr>
        <p:spPr>
          <a:xfrm flipH="1" flipV="1">
            <a:off x="8327160" y="5016960"/>
            <a:ext cx="18360" cy="7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44" name="直接连接符 123"/>
          <p:cNvCxnSpPr/>
          <p:nvPr/>
        </p:nvCxnSpPr>
        <p:spPr>
          <a:xfrm flipV="1">
            <a:off x="8345160" y="4998600"/>
            <a:ext cx="360" cy="18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45" name="直接连接符 124"/>
          <p:cNvCxnSpPr/>
          <p:nvPr/>
        </p:nvCxnSpPr>
        <p:spPr>
          <a:xfrm flipH="1">
            <a:off x="8066880" y="4686120"/>
            <a:ext cx="100080" cy="4741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46" name="直接连接符 127"/>
          <p:cNvCxnSpPr/>
          <p:nvPr/>
        </p:nvCxnSpPr>
        <p:spPr>
          <a:xfrm flipH="1">
            <a:off x="8226360" y="4709520"/>
            <a:ext cx="91080" cy="448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47" name="直接连接符 129"/>
          <p:cNvCxnSpPr/>
          <p:nvPr/>
        </p:nvCxnSpPr>
        <p:spPr>
          <a:xfrm flipH="1" flipV="1">
            <a:off x="8166600" y="4681800"/>
            <a:ext cx="153360" cy="280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48" name="直接连接符 131"/>
          <p:cNvCxnSpPr/>
          <p:nvPr/>
        </p:nvCxnSpPr>
        <p:spPr>
          <a:xfrm flipH="1" flipV="1">
            <a:off x="8173440" y="475668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49" name="直接连接符 132"/>
          <p:cNvCxnSpPr/>
          <p:nvPr/>
        </p:nvCxnSpPr>
        <p:spPr>
          <a:xfrm flipH="1" flipV="1">
            <a:off x="8238240" y="478152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50" name="直接连接符 133"/>
          <p:cNvCxnSpPr/>
          <p:nvPr/>
        </p:nvCxnSpPr>
        <p:spPr>
          <a:xfrm flipH="1" flipV="1">
            <a:off x="8166600" y="479232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51" name="直接连接符 134"/>
          <p:cNvCxnSpPr/>
          <p:nvPr/>
        </p:nvCxnSpPr>
        <p:spPr>
          <a:xfrm flipH="1" flipV="1">
            <a:off x="8247960" y="4745880"/>
            <a:ext cx="4140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52" name="直接连接符 135"/>
          <p:cNvCxnSpPr/>
          <p:nvPr/>
        </p:nvCxnSpPr>
        <p:spPr>
          <a:xfrm flipH="1" flipV="1">
            <a:off x="8222400" y="481932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53" name="直接连接符 136"/>
          <p:cNvCxnSpPr/>
          <p:nvPr/>
        </p:nvCxnSpPr>
        <p:spPr>
          <a:xfrm flipH="1" flipV="1">
            <a:off x="8195040" y="473508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54" name="直接连接符 137"/>
          <p:cNvCxnSpPr/>
          <p:nvPr/>
        </p:nvCxnSpPr>
        <p:spPr>
          <a:xfrm flipH="1" flipV="1">
            <a:off x="8154000" y="4848840"/>
            <a:ext cx="4140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55" name="直接连接符 138"/>
          <p:cNvCxnSpPr/>
          <p:nvPr/>
        </p:nvCxnSpPr>
        <p:spPr>
          <a:xfrm flipH="1" flipV="1">
            <a:off x="8208000" y="4875480"/>
            <a:ext cx="4140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56" name="直接连接符 139"/>
          <p:cNvCxnSpPr/>
          <p:nvPr/>
        </p:nvCxnSpPr>
        <p:spPr>
          <a:xfrm flipH="1" flipV="1">
            <a:off x="8139960" y="4899960"/>
            <a:ext cx="4140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57" name="直接连接符 140"/>
          <p:cNvCxnSpPr/>
          <p:nvPr/>
        </p:nvCxnSpPr>
        <p:spPr>
          <a:xfrm flipH="1" flipV="1">
            <a:off x="8206560" y="492156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58" name="直接连接符 141"/>
          <p:cNvCxnSpPr/>
          <p:nvPr/>
        </p:nvCxnSpPr>
        <p:spPr>
          <a:xfrm flipH="1" flipV="1">
            <a:off x="7818480" y="5194800"/>
            <a:ext cx="900360" cy="28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59" name="矩形 166"/>
          <p:cNvSpPr/>
          <p:nvPr/>
        </p:nvSpPr>
        <p:spPr>
          <a:xfrm>
            <a:off x="9230400" y="462348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十角星 171"/>
          <p:cNvSpPr/>
          <p:nvPr/>
        </p:nvSpPr>
        <p:spPr>
          <a:xfrm>
            <a:off x="9815760" y="4709160"/>
            <a:ext cx="75960" cy="83520"/>
          </a:xfrm>
          <a:prstGeom prst="star10">
            <a:avLst>
              <a:gd name="adj" fmla="val 42533"/>
              <a:gd name="hf" fmla="val 105146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240" bIns="-32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161" name="直接连接符 172"/>
          <p:cNvCxnSpPr/>
          <p:nvPr/>
        </p:nvCxnSpPr>
        <p:spPr>
          <a:xfrm flipV="1">
            <a:off x="9856800" y="5237280"/>
            <a:ext cx="360" cy="115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62" name="等腰三角形 173"/>
          <p:cNvSpPr/>
          <p:nvPr/>
        </p:nvSpPr>
        <p:spPr>
          <a:xfrm>
            <a:off x="9735840" y="4810680"/>
            <a:ext cx="235080" cy="426240"/>
          </a:xfrm>
          <a:prstGeom prst="triangle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文本框 175"/>
          <p:cNvSpPr/>
          <p:nvPr/>
        </p:nvSpPr>
        <p:spPr>
          <a:xfrm>
            <a:off x="9777600" y="481140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文本框 177"/>
          <p:cNvSpPr/>
          <p:nvPr/>
        </p:nvSpPr>
        <p:spPr>
          <a:xfrm>
            <a:off x="9724320" y="487944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文本框 178"/>
          <p:cNvSpPr/>
          <p:nvPr/>
        </p:nvSpPr>
        <p:spPr>
          <a:xfrm>
            <a:off x="9724320" y="478224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文本框 179"/>
          <p:cNvSpPr/>
          <p:nvPr/>
        </p:nvSpPr>
        <p:spPr>
          <a:xfrm>
            <a:off x="9796680" y="493092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文本框 180"/>
          <p:cNvSpPr/>
          <p:nvPr/>
        </p:nvSpPr>
        <p:spPr>
          <a:xfrm>
            <a:off x="9735840" y="496116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文本框 181"/>
          <p:cNvSpPr/>
          <p:nvPr/>
        </p:nvSpPr>
        <p:spPr>
          <a:xfrm>
            <a:off x="9699480" y="493092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文本框 182"/>
          <p:cNvSpPr/>
          <p:nvPr/>
        </p:nvSpPr>
        <p:spPr>
          <a:xfrm>
            <a:off x="9753120" y="471996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文本框 183"/>
          <p:cNvSpPr/>
          <p:nvPr/>
        </p:nvSpPr>
        <p:spPr>
          <a:xfrm>
            <a:off x="9692640" y="475488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文本框 184"/>
          <p:cNvSpPr/>
          <p:nvPr/>
        </p:nvSpPr>
        <p:spPr>
          <a:xfrm>
            <a:off x="9814680" y="487944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文本框 185"/>
          <p:cNvSpPr/>
          <p:nvPr/>
        </p:nvSpPr>
        <p:spPr>
          <a:xfrm>
            <a:off x="9659520" y="498744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文本框 186"/>
          <p:cNvSpPr/>
          <p:nvPr/>
        </p:nvSpPr>
        <p:spPr>
          <a:xfrm>
            <a:off x="9735840" y="471492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矩形 290"/>
          <p:cNvSpPr/>
          <p:nvPr/>
        </p:nvSpPr>
        <p:spPr>
          <a:xfrm>
            <a:off x="1916280" y="1824480"/>
            <a:ext cx="1452600" cy="10263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文本框 291"/>
          <p:cNvSpPr/>
          <p:nvPr/>
        </p:nvSpPr>
        <p:spPr>
          <a:xfrm>
            <a:off x="2354040" y="2138040"/>
            <a:ext cx="476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文本框 292"/>
          <p:cNvSpPr/>
          <p:nvPr/>
        </p:nvSpPr>
        <p:spPr>
          <a:xfrm>
            <a:off x="2557800" y="1824480"/>
            <a:ext cx="7088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32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文本框 293"/>
          <p:cNvSpPr/>
          <p:nvPr/>
        </p:nvSpPr>
        <p:spPr>
          <a:xfrm>
            <a:off x="2021760" y="1882080"/>
            <a:ext cx="8614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32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矩形 294"/>
          <p:cNvSpPr/>
          <p:nvPr/>
        </p:nvSpPr>
        <p:spPr>
          <a:xfrm>
            <a:off x="3458160" y="182448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文本框 295"/>
          <p:cNvSpPr/>
          <p:nvPr/>
        </p:nvSpPr>
        <p:spPr>
          <a:xfrm>
            <a:off x="4134240" y="1951920"/>
            <a:ext cx="2833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HK" sz="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0" name="直接连接符 296"/>
          <p:cNvCxnSpPr/>
          <p:nvPr/>
        </p:nvCxnSpPr>
        <p:spPr>
          <a:xfrm>
            <a:off x="3745080" y="1914840"/>
            <a:ext cx="268920" cy="4791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81" name="直接连接符 297"/>
          <p:cNvCxnSpPr/>
          <p:nvPr/>
        </p:nvCxnSpPr>
        <p:spPr>
          <a:xfrm flipV="1">
            <a:off x="3524760" y="1914840"/>
            <a:ext cx="221400" cy="4791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82" name="直接连接符 298"/>
          <p:cNvCxnSpPr/>
          <p:nvPr/>
        </p:nvCxnSpPr>
        <p:spPr>
          <a:xfrm flipV="1">
            <a:off x="3971160" y="1982880"/>
            <a:ext cx="158400" cy="3438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83" name="直接连接符 299"/>
          <p:cNvCxnSpPr/>
          <p:nvPr/>
        </p:nvCxnSpPr>
        <p:spPr>
          <a:xfrm>
            <a:off x="4129200" y="1982880"/>
            <a:ext cx="373680" cy="3578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84" name="直接连接符 300"/>
          <p:cNvCxnSpPr/>
          <p:nvPr/>
        </p:nvCxnSpPr>
        <p:spPr>
          <a:xfrm>
            <a:off x="4181760" y="2221560"/>
            <a:ext cx="188640" cy="153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85" name="直接连接符 301"/>
          <p:cNvCxnSpPr/>
          <p:nvPr/>
        </p:nvCxnSpPr>
        <p:spPr>
          <a:xfrm flipV="1">
            <a:off x="3754080" y="2221560"/>
            <a:ext cx="428040" cy="2106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86" name="矩形 302"/>
          <p:cNvSpPr/>
          <p:nvPr/>
        </p:nvSpPr>
        <p:spPr>
          <a:xfrm>
            <a:off x="2517120" y="246564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文本框 303"/>
          <p:cNvSpPr/>
          <p:nvPr/>
        </p:nvSpPr>
        <p:spPr>
          <a:xfrm>
            <a:off x="2925360" y="2569680"/>
            <a:ext cx="40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矩形 304"/>
          <p:cNvSpPr/>
          <p:nvPr/>
        </p:nvSpPr>
        <p:spPr>
          <a:xfrm>
            <a:off x="2929320" y="2938320"/>
            <a:ext cx="401760" cy="22320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9" name="矩形 305"/>
          <p:cNvSpPr/>
          <p:nvPr/>
        </p:nvSpPr>
        <p:spPr>
          <a:xfrm>
            <a:off x="3331080" y="3069720"/>
            <a:ext cx="329760" cy="9180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0" name="矩形 306"/>
          <p:cNvSpPr/>
          <p:nvPr/>
        </p:nvSpPr>
        <p:spPr>
          <a:xfrm>
            <a:off x="2599200" y="3013200"/>
            <a:ext cx="329760" cy="14832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1" name="矩形 307"/>
          <p:cNvSpPr/>
          <p:nvPr/>
        </p:nvSpPr>
        <p:spPr>
          <a:xfrm>
            <a:off x="3458880" y="295920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文本框 308"/>
          <p:cNvSpPr/>
          <p:nvPr/>
        </p:nvSpPr>
        <p:spPr>
          <a:xfrm>
            <a:off x="4087080" y="2998440"/>
            <a:ext cx="40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3" name="直接连接符 309"/>
          <p:cNvCxnSpPr/>
          <p:nvPr/>
        </p:nvCxnSpPr>
        <p:spPr>
          <a:xfrm flipH="1">
            <a:off x="4277880" y="3285360"/>
            <a:ext cx="16200" cy="1400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94" name="直接连接符 310"/>
          <p:cNvCxnSpPr/>
          <p:nvPr/>
        </p:nvCxnSpPr>
        <p:spPr>
          <a:xfrm flipV="1">
            <a:off x="4116600" y="3283920"/>
            <a:ext cx="177480" cy="1155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95" name="直接连接符 311"/>
          <p:cNvCxnSpPr/>
          <p:nvPr/>
        </p:nvCxnSpPr>
        <p:spPr>
          <a:xfrm flipV="1">
            <a:off x="4152240" y="3522960"/>
            <a:ext cx="136080" cy="1051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96" name="直接连接符 312"/>
          <p:cNvCxnSpPr/>
          <p:nvPr/>
        </p:nvCxnSpPr>
        <p:spPr>
          <a:xfrm>
            <a:off x="4292280" y="3280320"/>
            <a:ext cx="122400" cy="1252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97" name="直接连接符 313"/>
          <p:cNvCxnSpPr/>
          <p:nvPr/>
        </p:nvCxnSpPr>
        <p:spPr>
          <a:xfrm>
            <a:off x="4287240" y="3522960"/>
            <a:ext cx="158040" cy="97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98" name="直接连接符 314"/>
          <p:cNvCxnSpPr/>
          <p:nvPr/>
        </p:nvCxnSpPr>
        <p:spPr>
          <a:xfrm>
            <a:off x="4277880" y="3418200"/>
            <a:ext cx="13680" cy="99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99" name="文本框 315"/>
          <p:cNvSpPr/>
          <p:nvPr/>
        </p:nvSpPr>
        <p:spPr>
          <a:xfrm>
            <a:off x="3724920" y="2999880"/>
            <a:ext cx="40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0" name="直接连接符 316"/>
          <p:cNvCxnSpPr/>
          <p:nvPr/>
        </p:nvCxnSpPr>
        <p:spPr>
          <a:xfrm>
            <a:off x="3930480" y="3275640"/>
            <a:ext cx="29520" cy="1389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01" name="直接连接符 317"/>
          <p:cNvCxnSpPr/>
          <p:nvPr/>
        </p:nvCxnSpPr>
        <p:spPr>
          <a:xfrm flipV="1">
            <a:off x="3793320" y="3285360"/>
            <a:ext cx="141840" cy="1051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02" name="直接连接符 318"/>
          <p:cNvCxnSpPr/>
          <p:nvPr/>
        </p:nvCxnSpPr>
        <p:spPr>
          <a:xfrm flipV="1">
            <a:off x="3793320" y="3524040"/>
            <a:ext cx="136080" cy="1051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03" name="直接连接符 319"/>
          <p:cNvCxnSpPr/>
          <p:nvPr/>
        </p:nvCxnSpPr>
        <p:spPr>
          <a:xfrm>
            <a:off x="3933720" y="3281400"/>
            <a:ext cx="190080" cy="1180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04" name="直接连接符 320"/>
          <p:cNvCxnSpPr/>
          <p:nvPr/>
        </p:nvCxnSpPr>
        <p:spPr>
          <a:xfrm>
            <a:off x="3928680" y="3524040"/>
            <a:ext cx="157680" cy="982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05" name="直接连接符 321"/>
          <p:cNvCxnSpPr/>
          <p:nvPr/>
        </p:nvCxnSpPr>
        <p:spPr>
          <a:xfrm flipH="1">
            <a:off x="3932280" y="3406680"/>
            <a:ext cx="27720" cy="1126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06" name="矩形 322"/>
          <p:cNvSpPr/>
          <p:nvPr/>
        </p:nvSpPr>
        <p:spPr>
          <a:xfrm>
            <a:off x="4036680" y="3279240"/>
            <a:ext cx="167760" cy="1285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7" name="矩形 323"/>
          <p:cNvSpPr/>
          <p:nvPr/>
        </p:nvSpPr>
        <p:spPr>
          <a:xfrm>
            <a:off x="1577520" y="327600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文本框 324"/>
          <p:cNvSpPr/>
          <p:nvPr/>
        </p:nvSpPr>
        <p:spPr>
          <a:xfrm>
            <a:off x="1985040" y="3416400"/>
            <a:ext cx="40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9" name="直接连接符 325"/>
          <p:cNvCxnSpPr/>
          <p:nvPr/>
        </p:nvCxnSpPr>
        <p:spPr>
          <a:xfrm flipV="1">
            <a:off x="2269800" y="3429360"/>
            <a:ext cx="99720" cy="1224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10" name="直接连接符 326"/>
          <p:cNvCxnSpPr/>
          <p:nvPr/>
        </p:nvCxnSpPr>
        <p:spPr>
          <a:xfrm flipH="1" flipV="1">
            <a:off x="2000880" y="3421080"/>
            <a:ext cx="83520" cy="1191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11" name="直接连接符 327"/>
          <p:cNvCxnSpPr/>
          <p:nvPr/>
        </p:nvCxnSpPr>
        <p:spPr>
          <a:xfrm flipH="1" flipV="1">
            <a:off x="2186280" y="3369600"/>
            <a:ext cx="35280" cy="990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12" name="直接连接符 328"/>
          <p:cNvCxnSpPr/>
          <p:nvPr/>
        </p:nvCxnSpPr>
        <p:spPr>
          <a:xfrm flipV="1">
            <a:off x="2145600" y="3370320"/>
            <a:ext cx="41040" cy="982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13" name="直接连接符 329"/>
          <p:cNvCxnSpPr/>
          <p:nvPr/>
        </p:nvCxnSpPr>
        <p:spPr>
          <a:xfrm>
            <a:off x="2100960" y="3399480"/>
            <a:ext cx="43560" cy="615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14" name="直接连接符 330"/>
          <p:cNvCxnSpPr/>
          <p:nvPr/>
        </p:nvCxnSpPr>
        <p:spPr>
          <a:xfrm flipV="1">
            <a:off x="2221200" y="3399480"/>
            <a:ext cx="48960" cy="61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15" name="直接连接符 331"/>
          <p:cNvCxnSpPr/>
          <p:nvPr/>
        </p:nvCxnSpPr>
        <p:spPr>
          <a:xfrm>
            <a:off x="2269800" y="3399480"/>
            <a:ext cx="2880" cy="626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16" name="直接连接符 332"/>
          <p:cNvCxnSpPr/>
          <p:nvPr/>
        </p:nvCxnSpPr>
        <p:spPr>
          <a:xfrm flipV="1">
            <a:off x="2272320" y="3423240"/>
            <a:ext cx="90720" cy="45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17" name="直接连接符 333"/>
          <p:cNvCxnSpPr/>
          <p:nvPr/>
        </p:nvCxnSpPr>
        <p:spPr>
          <a:xfrm flipV="1">
            <a:off x="2091600" y="3406680"/>
            <a:ext cx="9720" cy="576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18" name="直接连接符 334"/>
          <p:cNvCxnSpPr/>
          <p:nvPr/>
        </p:nvCxnSpPr>
        <p:spPr>
          <a:xfrm>
            <a:off x="2008440" y="3416040"/>
            <a:ext cx="75960" cy="525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19" name="矩形 335"/>
          <p:cNvSpPr/>
          <p:nvPr/>
        </p:nvSpPr>
        <p:spPr>
          <a:xfrm>
            <a:off x="2018160" y="3904560"/>
            <a:ext cx="329760" cy="9180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220" name="直接连接符 336"/>
          <p:cNvCxnSpPr>
            <a:stCxn id="219" idx="0"/>
            <a:endCxn id="208" idx="2"/>
          </p:cNvCxnSpPr>
          <p:nvPr/>
        </p:nvCxnSpPr>
        <p:spPr>
          <a:xfrm flipV="1">
            <a:off x="2183040" y="3780360"/>
            <a:ext cx="7200" cy="1245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21" name="直接连接符 337"/>
          <p:cNvCxnSpPr/>
          <p:nvPr/>
        </p:nvCxnSpPr>
        <p:spPr>
          <a:xfrm flipV="1">
            <a:off x="2199600" y="3756600"/>
            <a:ext cx="12960" cy="28080"/>
          </a:xfrm>
          <a:prstGeom prst="straightConnector1">
            <a:avLst/>
          </a:prstGeom>
          <a:ln>
            <a:solidFill>
              <a:srgbClr val="ed7d31"/>
            </a:solidFill>
          </a:ln>
        </p:spPr>
      </p:cxnSp>
      <p:cxnSp>
        <p:nvCxnSpPr>
          <p:cNvPr id="222" name="直接连接符 338"/>
          <p:cNvCxnSpPr/>
          <p:nvPr/>
        </p:nvCxnSpPr>
        <p:spPr>
          <a:xfrm flipH="1" flipV="1">
            <a:off x="2183040" y="3756600"/>
            <a:ext cx="5400" cy="24480"/>
          </a:xfrm>
          <a:prstGeom prst="straightConnector1">
            <a:avLst/>
          </a:prstGeom>
          <a:ln>
            <a:solidFill>
              <a:srgbClr val="ed7d31"/>
            </a:solidFill>
          </a:ln>
        </p:spPr>
      </p:cxnSp>
      <p:cxnSp>
        <p:nvCxnSpPr>
          <p:cNvPr id="223" name="直接连接符 339"/>
          <p:cNvCxnSpPr/>
          <p:nvPr/>
        </p:nvCxnSpPr>
        <p:spPr>
          <a:xfrm flipH="1" flipV="1">
            <a:off x="2163240" y="3760200"/>
            <a:ext cx="5400" cy="24480"/>
          </a:xfrm>
          <a:prstGeom prst="straightConnector1">
            <a:avLst/>
          </a:prstGeom>
          <a:ln>
            <a:solidFill>
              <a:srgbClr val="ed7d31"/>
            </a:solidFill>
          </a:ln>
        </p:spPr>
      </p:cxnSp>
      <p:sp>
        <p:nvSpPr>
          <p:cNvPr id="224" name="矩形 340"/>
          <p:cNvSpPr/>
          <p:nvPr/>
        </p:nvSpPr>
        <p:spPr>
          <a:xfrm>
            <a:off x="2677320" y="401328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椭圆 341"/>
          <p:cNvSpPr/>
          <p:nvPr/>
        </p:nvSpPr>
        <p:spPr>
          <a:xfrm>
            <a:off x="3133080" y="4226040"/>
            <a:ext cx="367920" cy="371160"/>
          </a:xfrm>
          <a:prstGeom prst="ellipse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双波形 342"/>
          <p:cNvSpPr/>
          <p:nvPr/>
        </p:nvSpPr>
        <p:spPr>
          <a:xfrm>
            <a:off x="3223440" y="4341600"/>
            <a:ext cx="186840" cy="140040"/>
          </a:xfrm>
          <a:prstGeom prst="doubleWave">
            <a:avLst>
              <a:gd name="adj1" fmla="val 6250"/>
              <a:gd name="adj2" fmla="val 0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斜纹 343"/>
          <p:cNvSpPr/>
          <p:nvPr/>
        </p:nvSpPr>
        <p:spPr>
          <a:xfrm flipH="1" rot="1800000">
            <a:off x="3577680" y="4372200"/>
            <a:ext cx="75960" cy="109440"/>
          </a:xfrm>
          <a:prstGeom prst="diagStripe">
            <a:avLst>
              <a:gd name="adj" fmla="val 50000"/>
            </a:avLst>
          </a:prstGeom>
          <a:noFill/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7080" bIns="370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228" name="直接连接符 344"/>
          <p:cNvCxnSpPr/>
          <p:nvPr/>
        </p:nvCxnSpPr>
        <p:spPr>
          <a:xfrm>
            <a:off x="3633840" y="4468320"/>
            <a:ext cx="10080" cy="12168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cxnSp>
        <p:nvCxnSpPr>
          <p:cNvPr id="229" name="直接连接符 345"/>
          <p:cNvCxnSpPr/>
          <p:nvPr/>
        </p:nvCxnSpPr>
        <p:spPr>
          <a:xfrm flipH="1">
            <a:off x="3019320" y="4450680"/>
            <a:ext cx="11880" cy="12168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cxnSp>
        <p:nvCxnSpPr>
          <p:cNvPr id="230" name="直接连接符 346"/>
          <p:cNvCxnSpPr/>
          <p:nvPr/>
        </p:nvCxnSpPr>
        <p:spPr>
          <a:xfrm flipH="1">
            <a:off x="3045240" y="4383720"/>
            <a:ext cx="7560" cy="5580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cxnSp>
        <p:nvCxnSpPr>
          <p:cNvPr id="231" name="直接连接符 347"/>
          <p:cNvCxnSpPr/>
          <p:nvPr/>
        </p:nvCxnSpPr>
        <p:spPr>
          <a:xfrm flipH="1">
            <a:off x="3030840" y="4383720"/>
            <a:ext cx="7200" cy="5580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cxnSp>
        <p:nvCxnSpPr>
          <p:cNvPr id="232" name="直接连接符 348"/>
          <p:cNvCxnSpPr/>
          <p:nvPr/>
        </p:nvCxnSpPr>
        <p:spPr>
          <a:xfrm flipH="1">
            <a:off x="3012120" y="4383720"/>
            <a:ext cx="7560" cy="5580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sp>
        <p:nvSpPr>
          <p:cNvPr id="233" name="椭圆 349"/>
          <p:cNvSpPr/>
          <p:nvPr/>
        </p:nvSpPr>
        <p:spPr>
          <a:xfrm>
            <a:off x="3543480" y="4103280"/>
            <a:ext cx="127440" cy="128520"/>
          </a:xfrm>
          <a:prstGeom prst="ellipse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矩形 350"/>
          <p:cNvSpPr/>
          <p:nvPr/>
        </p:nvSpPr>
        <p:spPr>
          <a:xfrm>
            <a:off x="1690200" y="4393440"/>
            <a:ext cx="1238400" cy="745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十角星 351"/>
          <p:cNvSpPr/>
          <p:nvPr/>
        </p:nvSpPr>
        <p:spPr>
          <a:xfrm>
            <a:off x="3173040" y="2808720"/>
            <a:ext cx="75960" cy="83520"/>
          </a:xfrm>
          <a:prstGeom prst="star10">
            <a:avLst>
              <a:gd name="adj" fmla="val 42533"/>
              <a:gd name="hf" fmla="val 105146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240" bIns="-32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太阳形 352"/>
          <p:cNvSpPr/>
          <p:nvPr/>
        </p:nvSpPr>
        <p:spPr>
          <a:xfrm>
            <a:off x="3846960" y="1915200"/>
            <a:ext cx="124200" cy="127440"/>
          </a:xfrm>
          <a:prstGeom prst="sun">
            <a:avLst>
              <a:gd name="adj" fmla="val 2500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60" bIns="3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文本框 353"/>
          <p:cNvSpPr/>
          <p:nvPr/>
        </p:nvSpPr>
        <p:spPr>
          <a:xfrm>
            <a:off x="2293560" y="4698360"/>
            <a:ext cx="221400" cy="1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3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3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8" name="直接连接符 354"/>
          <p:cNvCxnSpPr/>
          <p:nvPr/>
        </p:nvCxnSpPr>
        <p:spPr>
          <a:xfrm>
            <a:off x="2403360" y="4797720"/>
            <a:ext cx="2160" cy="759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39" name="直接连接符 355"/>
          <p:cNvCxnSpPr/>
          <p:nvPr/>
        </p:nvCxnSpPr>
        <p:spPr>
          <a:xfrm flipV="1">
            <a:off x="2371680" y="4793400"/>
            <a:ext cx="33840" cy="36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40" name="直接连接符 356"/>
          <p:cNvCxnSpPr/>
          <p:nvPr/>
        </p:nvCxnSpPr>
        <p:spPr>
          <a:xfrm flipV="1">
            <a:off x="2369160" y="4873320"/>
            <a:ext cx="34560" cy="507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41" name="直接连接符 357"/>
          <p:cNvCxnSpPr/>
          <p:nvPr/>
        </p:nvCxnSpPr>
        <p:spPr>
          <a:xfrm>
            <a:off x="2406960" y="4793400"/>
            <a:ext cx="74880" cy="316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42" name="直接连接符 358"/>
          <p:cNvCxnSpPr/>
          <p:nvPr/>
        </p:nvCxnSpPr>
        <p:spPr>
          <a:xfrm>
            <a:off x="2409480" y="4873320"/>
            <a:ext cx="41040" cy="432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43" name="直接连接符 359"/>
          <p:cNvCxnSpPr/>
          <p:nvPr/>
        </p:nvCxnSpPr>
        <p:spPr>
          <a:xfrm flipH="1" flipV="1">
            <a:off x="2353680" y="4784040"/>
            <a:ext cx="15840" cy="410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44" name="直接连接符 360"/>
          <p:cNvCxnSpPr/>
          <p:nvPr/>
        </p:nvCxnSpPr>
        <p:spPr>
          <a:xfrm flipH="1" flipV="1">
            <a:off x="2336040" y="4782600"/>
            <a:ext cx="18000" cy="7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45" name="直接连接符 361"/>
          <p:cNvCxnSpPr/>
          <p:nvPr/>
        </p:nvCxnSpPr>
        <p:spPr>
          <a:xfrm flipV="1">
            <a:off x="2353680" y="4764240"/>
            <a:ext cx="360" cy="18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46" name="直接连接符 362"/>
          <p:cNvCxnSpPr/>
          <p:nvPr/>
        </p:nvCxnSpPr>
        <p:spPr>
          <a:xfrm flipH="1">
            <a:off x="2075760" y="4451760"/>
            <a:ext cx="100080" cy="4741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47" name="直接连接符 363"/>
          <p:cNvCxnSpPr/>
          <p:nvPr/>
        </p:nvCxnSpPr>
        <p:spPr>
          <a:xfrm flipH="1">
            <a:off x="2234880" y="4475160"/>
            <a:ext cx="91440" cy="448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48" name="直接连接符 364"/>
          <p:cNvCxnSpPr/>
          <p:nvPr/>
        </p:nvCxnSpPr>
        <p:spPr>
          <a:xfrm flipH="1" flipV="1">
            <a:off x="2175480" y="4447440"/>
            <a:ext cx="153360" cy="280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49" name="直接连接符 365"/>
          <p:cNvCxnSpPr/>
          <p:nvPr/>
        </p:nvCxnSpPr>
        <p:spPr>
          <a:xfrm flipH="1" flipV="1">
            <a:off x="2182320" y="452232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250" name="直接连接符 366"/>
          <p:cNvCxnSpPr/>
          <p:nvPr/>
        </p:nvCxnSpPr>
        <p:spPr>
          <a:xfrm flipH="1" flipV="1">
            <a:off x="2247120" y="454716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251" name="直接连接符 367"/>
          <p:cNvCxnSpPr/>
          <p:nvPr/>
        </p:nvCxnSpPr>
        <p:spPr>
          <a:xfrm flipH="1" flipV="1">
            <a:off x="2175480" y="4557960"/>
            <a:ext cx="4140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252" name="直接连接符 368"/>
          <p:cNvCxnSpPr/>
          <p:nvPr/>
        </p:nvCxnSpPr>
        <p:spPr>
          <a:xfrm flipH="1" flipV="1">
            <a:off x="2256480" y="451152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253" name="直接连接符 369"/>
          <p:cNvCxnSpPr/>
          <p:nvPr/>
        </p:nvCxnSpPr>
        <p:spPr>
          <a:xfrm flipH="1" flipV="1">
            <a:off x="2231280" y="4585320"/>
            <a:ext cx="4140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254" name="直接连接符 370"/>
          <p:cNvCxnSpPr/>
          <p:nvPr/>
        </p:nvCxnSpPr>
        <p:spPr>
          <a:xfrm flipH="1" flipV="1">
            <a:off x="2203920" y="450072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255" name="直接连接符 371"/>
          <p:cNvCxnSpPr/>
          <p:nvPr/>
        </p:nvCxnSpPr>
        <p:spPr>
          <a:xfrm flipH="1" flipV="1">
            <a:off x="2162520" y="461448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256" name="直接连接符 372"/>
          <p:cNvCxnSpPr/>
          <p:nvPr/>
        </p:nvCxnSpPr>
        <p:spPr>
          <a:xfrm flipH="1" flipV="1">
            <a:off x="2216520" y="464112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257" name="直接连接符 373"/>
          <p:cNvCxnSpPr/>
          <p:nvPr/>
        </p:nvCxnSpPr>
        <p:spPr>
          <a:xfrm flipH="1" flipV="1">
            <a:off x="2148840" y="4665960"/>
            <a:ext cx="4140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258" name="直接连接符 374"/>
          <p:cNvCxnSpPr/>
          <p:nvPr/>
        </p:nvCxnSpPr>
        <p:spPr>
          <a:xfrm flipH="1" flipV="1">
            <a:off x="2215440" y="4687560"/>
            <a:ext cx="4140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259" name="直接连接符 375"/>
          <p:cNvCxnSpPr/>
          <p:nvPr/>
        </p:nvCxnSpPr>
        <p:spPr>
          <a:xfrm flipH="1" flipV="1">
            <a:off x="1827360" y="4960440"/>
            <a:ext cx="900000" cy="28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60" name="矩形 376"/>
          <p:cNvSpPr/>
          <p:nvPr/>
        </p:nvSpPr>
        <p:spPr>
          <a:xfrm>
            <a:off x="3846960" y="436068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" name="十角星 377"/>
          <p:cNvSpPr/>
          <p:nvPr/>
        </p:nvSpPr>
        <p:spPr>
          <a:xfrm>
            <a:off x="4432320" y="4446360"/>
            <a:ext cx="75960" cy="83520"/>
          </a:xfrm>
          <a:prstGeom prst="star10">
            <a:avLst>
              <a:gd name="adj" fmla="val 42533"/>
              <a:gd name="hf" fmla="val 105146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240" bIns="-32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262" name="直接连接符 378"/>
          <p:cNvCxnSpPr/>
          <p:nvPr/>
        </p:nvCxnSpPr>
        <p:spPr>
          <a:xfrm flipV="1">
            <a:off x="4473360" y="4974480"/>
            <a:ext cx="360" cy="115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63" name="等腰三角形 379"/>
          <p:cNvSpPr/>
          <p:nvPr/>
        </p:nvSpPr>
        <p:spPr>
          <a:xfrm>
            <a:off x="4352400" y="4547880"/>
            <a:ext cx="235080" cy="426240"/>
          </a:xfrm>
          <a:prstGeom prst="triangle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" name="文本框 380"/>
          <p:cNvSpPr/>
          <p:nvPr/>
        </p:nvSpPr>
        <p:spPr>
          <a:xfrm>
            <a:off x="4394160" y="454860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文本框 381"/>
          <p:cNvSpPr/>
          <p:nvPr/>
        </p:nvSpPr>
        <p:spPr>
          <a:xfrm>
            <a:off x="4340880" y="461628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文本框 382"/>
          <p:cNvSpPr/>
          <p:nvPr/>
        </p:nvSpPr>
        <p:spPr>
          <a:xfrm>
            <a:off x="4340880" y="451944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文本框 383"/>
          <p:cNvSpPr/>
          <p:nvPr/>
        </p:nvSpPr>
        <p:spPr>
          <a:xfrm>
            <a:off x="4413240" y="466776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文本框 384"/>
          <p:cNvSpPr/>
          <p:nvPr/>
        </p:nvSpPr>
        <p:spPr>
          <a:xfrm>
            <a:off x="4352400" y="469836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文本框 385"/>
          <p:cNvSpPr/>
          <p:nvPr/>
        </p:nvSpPr>
        <p:spPr>
          <a:xfrm>
            <a:off x="4316040" y="466776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文本框 386"/>
          <p:cNvSpPr/>
          <p:nvPr/>
        </p:nvSpPr>
        <p:spPr>
          <a:xfrm>
            <a:off x="4369320" y="445716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文本框 387"/>
          <p:cNvSpPr/>
          <p:nvPr/>
        </p:nvSpPr>
        <p:spPr>
          <a:xfrm>
            <a:off x="4309200" y="449208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文本框 388"/>
          <p:cNvSpPr/>
          <p:nvPr/>
        </p:nvSpPr>
        <p:spPr>
          <a:xfrm>
            <a:off x="4430880" y="461628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文本框 389"/>
          <p:cNvSpPr/>
          <p:nvPr/>
        </p:nvSpPr>
        <p:spPr>
          <a:xfrm>
            <a:off x="4276080" y="472428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文本框 390"/>
          <p:cNvSpPr/>
          <p:nvPr/>
        </p:nvSpPr>
        <p:spPr>
          <a:xfrm>
            <a:off x="4352400" y="445212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75" name="直接箭头连接符 391"/>
          <p:cNvCxnSpPr/>
          <p:nvPr/>
        </p:nvCxnSpPr>
        <p:spPr>
          <a:xfrm flipV="1">
            <a:off x="5414400" y="3403440"/>
            <a:ext cx="1545480" cy="25920"/>
          </a:xfrm>
          <a:prstGeom prst="straightConnector1">
            <a:avLst/>
          </a:prstGeom>
          <a:ln>
            <a:solidFill>
              <a:srgbClr val="000000"/>
            </a:solidFill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矩形 3"/>
          <p:cNvSpPr/>
          <p:nvPr/>
        </p:nvSpPr>
        <p:spPr>
          <a:xfrm>
            <a:off x="7179480" y="729000"/>
            <a:ext cx="3779640" cy="53996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rgbClr val="ffffff">
                  <a:alpha val="1000"/>
                </a:srgbClr>
              </a:solidFill>
              <a:latin typeface="Calibri"/>
            </a:endParaRPr>
          </a:p>
        </p:txBody>
      </p:sp>
      <p:sp>
        <p:nvSpPr>
          <p:cNvPr id="277" name="矩形 4"/>
          <p:cNvSpPr/>
          <p:nvPr/>
        </p:nvSpPr>
        <p:spPr>
          <a:xfrm>
            <a:off x="7688520" y="116064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8" name="文本框 6"/>
          <p:cNvSpPr/>
          <p:nvPr/>
        </p:nvSpPr>
        <p:spPr>
          <a:xfrm>
            <a:off x="8126640" y="1474560"/>
            <a:ext cx="40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文本框 7"/>
          <p:cNvSpPr/>
          <p:nvPr/>
        </p:nvSpPr>
        <p:spPr>
          <a:xfrm>
            <a:off x="8330040" y="1160640"/>
            <a:ext cx="611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32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文本框 8"/>
          <p:cNvSpPr/>
          <p:nvPr/>
        </p:nvSpPr>
        <p:spPr>
          <a:xfrm>
            <a:off x="7794000" y="1218600"/>
            <a:ext cx="743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32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矩形 9"/>
          <p:cNvSpPr/>
          <p:nvPr/>
        </p:nvSpPr>
        <p:spPr>
          <a:xfrm>
            <a:off x="9230400" y="116064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" name="文本框 10"/>
          <p:cNvSpPr/>
          <p:nvPr/>
        </p:nvSpPr>
        <p:spPr>
          <a:xfrm>
            <a:off x="9906480" y="1288440"/>
            <a:ext cx="2833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HK" sz="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3" name="直接连接符 13"/>
          <p:cNvCxnSpPr/>
          <p:nvPr/>
        </p:nvCxnSpPr>
        <p:spPr>
          <a:xfrm>
            <a:off x="9517320" y="1251360"/>
            <a:ext cx="268920" cy="4791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84" name="直接连接符 14"/>
          <p:cNvCxnSpPr/>
          <p:nvPr/>
        </p:nvCxnSpPr>
        <p:spPr>
          <a:xfrm flipV="1">
            <a:off x="9297000" y="1251360"/>
            <a:ext cx="221040" cy="4791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85" name="直接连接符 15"/>
          <p:cNvCxnSpPr/>
          <p:nvPr/>
        </p:nvCxnSpPr>
        <p:spPr>
          <a:xfrm flipV="1">
            <a:off x="9743400" y="1319400"/>
            <a:ext cx="158400" cy="3438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86" name="直接连接符 16"/>
          <p:cNvCxnSpPr/>
          <p:nvPr/>
        </p:nvCxnSpPr>
        <p:spPr>
          <a:xfrm>
            <a:off x="9901440" y="1319400"/>
            <a:ext cx="373680" cy="3578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87" name="直接连接符 17"/>
          <p:cNvCxnSpPr/>
          <p:nvPr/>
        </p:nvCxnSpPr>
        <p:spPr>
          <a:xfrm>
            <a:off x="9954000" y="1558080"/>
            <a:ext cx="188280" cy="153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88" name="直接连接符 18"/>
          <p:cNvCxnSpPr/>
          <p:nvPr/>
        </p:nvCxnSpPr>
        <p:spPr>
          <a:xfrm flipV="1">
            <a:off x="9525960" y="1558080"/>
            <a:ext cx="428400" cy="2106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89" name="矩形 23"/>
          <p:cNvSpPr/>
          <p:nvPr/>
        </p:nvSpPr>
        <p:spPr>
          <a:xfrm>
            <a:off x="7688520" y="229536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文本框 24"/>
          <p:cNvSpPr/>
          <p:nvPr/>
        </p:nvSpPr>
        <p:spPr>
          <a:xfrm>
            <a:off x="8097120" y="2399760"/>
            <a:ext cx="40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矩形 27"/>
          <p:cNvSpPr/>
          <p:nvPr/>
        </p:nvSpPr>
        <p:spPr>
          <a:xfrm>
            <a:off x="8100720" y="2768040"/>
            <a:ext cx="401760" cy="22320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2" name="矩形 28"/>
          <p:cNvSpPr/>
          <p:nvPr/>
        </p:nvSpPr>
        <p:spPr>
          <a:xfrm>
            <a:off x="8502480" y="2899440"/>
            <a:ext cx="329760" cy="9180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3" name="矩形 29"/>
          <p:cNvSpPr/>
          <p:nvPr/>
        </p:nvSpPr>
        <p:spPr>
          <a:xfrm>
            <a:off x="7770600" y="2842920"/>
            <a:ext cx="329760" cy="14832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4" name="矩形 30"/>
          <p:cNvSpPr/>
          <p:nvPr/>
        </p:nvSpPr>
        <p:spPr>
          <a:xfrm>
            <a:off x="9231120" y="229536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5" name="文本框 31"/>
          <p:cNvSpPr/>
          <p:nvPr/>
        </p:nvSpPr>
        <p:spPr>
          <a:xfrm>
            <a:off x="9858960" y="2334960"/>
            <a:ext cx="40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6" name="直接连接符 35"/>
          <p:cNvCxnSpPr/>
          <p:nvPr/>
        </p:nvCxnSpPr>
        <p:spPr>
          <a:xfrm flipH="1">
            <a:off x="10050120" y="2621880"/>
            <a:ext cx="16200" cy="1400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97" name="直接连接符 36"/>
          <p:cNvCxnSpPr/>
          <p:nvPr/>
        </p:nvCxnSpPr>
        <p:spPr>
          <a:xfrm flipV="1">
            <a:off x="9888840" y="2620440"/>
            <a:ext cx="177480" cy="1152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98" name="直接连接符 37"/>
          <p:cNvCxnSpPr/>
          <p:nvPr/>
        </p:nvCxnSpPr>
        <p:spPr>
          <a:xfrm flipV="1">
            <a:off x="9924120" y="2859120"/>
            <a:ext cx="136440" cy="1051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99" name="直接连接符 38"/>
          <p:cNvCxnSpPr/>
          <p:nvPr/>
        </p:nvCxnSpPr>
        <p:spPr>
          <a:xfrm>
            <a:off x="10064520" y="2616480"/>
            <a:ext cx="122400" cy="1256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00" name="直接连接符 39"/>
          <p:cNvCxnSpPr/>
          <p:nvPr/>
        </p:nvCxnSpPr>
        <p:spPr>
          <a:xfrm>
            <a:off x="10059480" y="2859120"/>
            <a:ext cx="157680" cy="982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01" name="直接连接符 40"/>
          <p:cNvCxnSpPr/>
          <p:nvPr/>
        </p:nvCxnSpPr>
        <p:spPr>
          <a:xfrm>
            <a:off x="10050120" y="2754360"/>
            <a:ext cx="13680" cy="1000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302" name="文本框 52"/>
          <p:cNvSpPr/>
          <p:nvPr/>
        </p:nvSpPr>
        <p:spPr>
          <a:xfrm>
            <a:off x="9497160" y="2336040"/>
            <a:ext cx="40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03" name="直接连接符 53"/>
          <p:cNvCxnSpPr/>
          <p:nvPr/>
        </p:nvCxnSpPr>
        <p:spPr>
          <a:xfrm>
            <a:off x="9702720" y="2612160"/>
            <a:ext cx="29520" cy="1389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04" name="直接连接符 54"/>
          <p:cNvCxnSpPr/>
          <p:nvPr/>
        </p:nvCxnSpPr>
        <p:spPr>
          <a:xfrm flipV="1">
            <a:off x="9565560" y="2621880"/>
            <a:ext cx="141840" cy="1051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05" name="直接连接符 55"/>
          <p:cNvCxnSpPr/>
          <p:nvPr/>
        </p:nvCxnSpPr>
        <p:spPr>
          <a:xfrm flipV="1">
            <a:off x="9565560" y="2860560"/>
            <a:ext cx="136080" cy="1051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06" name="直接连接符 56"/>
          <p:cNvCxnSpPr/>
          <p:nvPr/>
        </p:nvCxnSpPr>
        <p:spPr>
          <a:xfrm>
            <a:off x="9705960" y="2617920"/>
            <a:ext cx="190080" cy="117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07" name="直接连接符 57"/>
          <p:cNvCxnSpPr/>
          <p:nvPr/>
        </p:nvCxnSpPr>
        <p:spPr>
          <a:xfrm>
            <a:off x="9700560" y="2860560"/>
            <a:ext cx="158040" cy="97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08" name="直接连接符 58"/>
          <p:cNvCxnSpPr/>
          <p:nvPr/>
        </p:nvCxnSpPr>
        <p:spPr>
          <a:xfrm flipH="1">
            <a:off x="9704520" y="2743200"/>
            <a:ext cx="27720" cy="1126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309" name="矩形 61"/>
          <p:cNvSpPr/>
          <p:nvPr/>
        </p:nvSpPr>
        <p:spPr>
          <a:xfrm>
            <a:off x="9808920" y="2615400"/>
            <a:ext cx="167760" cy="1285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0" name="矩形 62"/>
          <p:cNvSpPr/>
          <p:nvPr/>
        </p:nvSpPr>
        <p:spPr>
          <a:xfrm>
            <a:off x="7688520" y="346572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文本框 63"/>
          <p:cNvSpPr/>
          <p:nvPr/>
        </p:nvSpPr>
        <p:spPr>
          <a:xfrm>
            <a:off x="8096400" y="3606120"/>
            <a:ext cx="40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12" name="直接连接符 68"/>
          <p:cNvCxnSpPr/>
          <p:nvPr/>
        </p:nvCxnSpPr>
        <p:spPr>
          <a:xfrm flipV="1">
            <a:off x="8381160" y="3619440"/>
            <a:ext cx="99360" cy="1220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13" name="直接连接符 69"/>
          <p:cNvCxnSpPr/>
          <p:nvPr/>
        </p:nvCxnSpPr>
        <p:spPr>
          <a:xfrm flipH="1" flipV="1">
            <a:off x="8111880" y="3611160"/>
            <a:ext cx="83520" cy="1191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14" name="直接连接符 70"/>
          <p:cNvCxnSpPr/>
          <p:nvPr/>
        </p:nvCxnSpPr>
        <p:spPr>
          <a:xfrm flipH="1" flipV="1">
            <a:off x="8297280" y="3559680"/>
            <a:ext cx="35280" cy="986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15" name="直接连接符 72"/>
          <p:cNvCxnSpPr/>
          <p:nvPr/>
        </p:nvCxnSpPr>
        <p:spPr>
          <a:xfrm flipV="1">
            <a:off x="8256600" y="3560400"/>
            <a:ext cx="41040" cy="97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16" name="直接连接符 73"/>
          <p:cNvCxnSpPr/>
          <p:nvPr/>
        </p:nvCxnSpPr>
        <p:spPr>
          <a:xfrm>
            <a:off x="8212320" y="3589560"/>
            <a:ext cx="43560" cy="612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17" name="直接连接符 74"/>
          <p:cNvCxnSpPr/>
          <p:nvPr/>
        </p:nvCxnSpPr>
        <p:spPr>
          <a:xfrm flipV="1">
            <a:off x="8332200" y="3589560"/>
            <a:ext cx="49320" cy="61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18" name="直接连接符 76"/>
          <p:cNvCxnSpPr/>
          <p:nvPr/>
        </p:nvCxnSpPr>
        <p:spPr>
          <a:xfrm>
            <a:off x="8381160" y="3589560"/>
            <a:ext cx="2880" cy="626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19" name="直接连接符 77"/>
          <p:cNvCxnSpPr/>
          <p:nvPr/>
        </p:nvCxnSpPr>
        <p:spPr>
          <a:xfrm flipV="1">
            <a:off x="8383680" y="3612960"/>
            <a:ext cx="90720" cy="45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20" name="直接连接符 78"/>
          <p:cNvCxnSpPr/>
          <p:nvPr/>
        </p:nvCxnSpPr>
        <p:spPr>
          <a:xfrm flipV="1">
            <a:off x="8202600" y="3596400"/>
            <a:ext cx="10080" cy="576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21" name="直接连接符 79"/>
          <p:cNvCxnSpPr/>
          <p:nvPr/>
        </p:nvCxnSpPr>
        <p:spPr>
          <a:xfrm>
            <a:off x="8119440" y="3606120"/>
            <a:ext cx="75960" cy="522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322" name="矩形 82"/>
          <p:cNvSpPr/>
          <p:nvPr/>
        </p:nvSpPr>
        <p:spPr>
          <a:xfrm>
            <a:off x="8129160" y="4094640"/>
            <a:ext cx="329760" cy="9180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323" name="直接连接符 85"/>
          <p:cNvCxnSpPr>
            <a:stCxn id="322" idx="0"/>
            <a:endCxn id="311" idx="2"/>
          </p:cNvCxnSpPr>
          <p:nvPr/>
        </p:nvCxnSpPr>
        <p:spPr>
          <a:xfrm flipV="1">
            <a:off x="8294040" y="3970080"/>
            <a:ext cx="7560" cy="124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24" name="直接连接符 86"/>
          <p:cNvCxnSpPr/>
          <p:nvPr/>
        </p:nvCxnSpPr>
        <p:spPr>
          <a:xfrm flipV="1">
            <a:off x="8310600" y="3946320"/>
            <a:ext cx="13320" cy="28440"/>
          </a:xfrm>
          <a:prstGeom prst="straightConnector1">
            <a:avLst/>
          </a:prstGeom>
          <a:ln>
            <a:solidFill>
              <a:srgbClr val="ed7d31"/>
            </a:solidFill>
          </a:ln>
        </p:spPr>
      </p:cxnSp>
      <p:cxnSp>
        <p:nvCxnSpPr>
          <p:cNvPr id="325" name="直接连接符 88"/>
          <p:cNvCxnSpPr/>
          <p:nvPr/>
        </p:nvCxnSpPr>
        <p:spPr>
          <a:xfrm flipH="1" flipV="1">
            <a:off x="8294040" y="3946320"/>
            <a:ext cx="5760" cy="24480"/>
          </a:xfrm>
          <a:prstGeom prst="straightConnector1">
            <a:avLst/>
          </a:prstGeom>
          <a:ln>
            <a:solidFill>
              <a:srgbClr val="ed7d31"/>
            </a:solidFill>
          </a:ln>
        </p:spPr>
      </p:cxnSp>
      <p:cxnSp>
        <p:nvCxnSpPr>
          <p:cNvPr id="326" name="直接连接符 89"/>
          <p:cNvCxnSpPr/>
          <p:nvPr/>
        </p:nvCxnSpPr>
        <p:spPr>
          <a:xfrm flipH="1" flipV="1">
            <a:off x="8274600" y="3950280"/>
            <a:ext cx="5400" cy="24480"/>
          </a:xfrm>
          <a:prstGeom prst="straightConnector1">
            <a:avLst/>
          </a:prstGeom>
          <a:ln>
            <a:solidFill>
              <a:srgbClr val="ed7d31"/>
            </a:solidFill>
          </a:ln>
        </p:spPr>
      </p:cxnSp>
      <p:sp>
        <p:nvSpPr>
          <p:cNvPr id="327" name="矩形 90"/>
          <p:cNvSpPr/>
          <p:nvPr/>
        </p:nvSpPr>
        <p:spPr>
          <a:xfrm>
            <a:off x="9231120" y="346572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8" name="椭圆 95"/>
          <p:cNvSpPr/>
          <p:nvPr/>
        </p:nvSpPr>
        <p:spPr>
          <a:xfrm>
            <a:off x="9686880" y="3678480"/>
            <a:ext cx="367920" cy="371160"/>
          </a:xfrm>
          <a:prstGeom prst="ellipse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9" name="双波形 96"/>
          <p:cNvSpPr/>
          <p:nvPr/>
        </p:nvSpPr>
        <p:spPr>
          <a:xfrm>
            <a:off x="9777240" y="3794040"/>
            <a:ext cx="186840" cy="140040"/>
          </a:xfrm>
          <a:prstGeom prst="doubleWave">
            <a:avLst>
              <a:gd name="adj1" fmla="val 6250"/>
              <a:gd name="adj2" fmla="val 0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" name="斜纹 97"/>
          <p:cNvSpPr/>
          <p:nvPr/>
        </p:nvSpPr>
        <p:spPr>
          <a:xfrm flipH="1" rot="1800000">
            <a:off x="10131840" y="3824640"/>
            <a:ext cx="75960" cy="109440"/>
          </a:xfrm>
          <a:prstGeom prst="diagStripe">
            <a:avLst>
              <a:gd name="adj" fmla="val 50000"/>
            </a:avLst>
          </a:prstGeom>
          <a:noFill/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7080" bIns="370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331" name="直接连接符 98"/>
          <p:cNvCxnSpPr/>
          <p:nvPr/>
        </p:nvCxnSpPr>
        <p:spPr>
          <a:xfrm>
            <a:off x="10187640" y="3921120"/>
            <a:ext cx="10080" cy="12132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cxnSp>
        <p:nvCxnSpPr>
          <p:cNvPr id="332" name="直接连接符 101"/>
          <p:cNvCxnSpPr/>
          <p:nvPr/>
        </p:nvCxnSpPr>
        <p:spPr>
          <a:xfrm flipH="1">
            <a:off x="9573120" y="3903120"/>
            <a:ext cx="11880" cy="12168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cxnSp>
        <p:nvCxnSpPr>
          <p:cNvPr id="333" name="直接连接符 102"/>
          <p:cNvCxnSpPr/>
          <p:nvPr/>
        </p:nvCxnSpPr>
        <p:spPr>
          <a:xfrm flipH="1">
            <a:off x="9599040" y="3836520"/>
            <a:ext cx="7560" cy="5544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cxnSp>
        <p:nvCxnSpPr>
          <p:cNvPr id="334" name="直接连接符 103"/>
          <p:cNvCxnSpPr/>
          <p:nvPr/>
        </p:nvCxnSpPr>
        <p:spPr>
          <a:xfrm flipH="1">
            <a:off x="9584640" y="3836520"/>
            <a:ext cx="7200" cy="5544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cxnSp>
        <p:nvCxnSpPr>
          <p:cNvPr id="335" name="直接连接符 104"/>
          <p:cNvCxnSpPr/>
          <p:nvPr/>
        </p:nvCxnSpPr>
        <p:spPr>
          <a:xfrm flipH="1">
            <a:off x="9565920" y="3836520"/>
            <a:ext cx="7560" cy="5544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sp>
        <p:nvSpPr>
          <p:cNvPr id="336" name="椭圆 105"/>
          <p:cNvSpPr/>
          <p:nvPr/>
        </p:nvSpPr>
        <p:spPr>
          <a:xfrm>
            <a:off x="10097280" y="3556080"/>
            <a:ext cx="127440" cy="128520"/>
          </a:xfrm>
          <a:prstGeom prst="ellipse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7" name="矩形 106"/>
          <p:cNvSpPr/>
          <p:nvPr/>
        </p:nvSpPr>
        <p:spPr>
          <a:xfrm>
            <a:off x="7681680" y="4627800"/>
            <a:ext cx="1238400" cy="745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8" name="十角星 112"/>
          <p:cNvSpPr/>
          <p:nvPr/>
        </p:nvSpPr>
        <p:spPr>
          <a:xfrm>
            <a:off x="8344440" y="2638440"/>
            <a:ext cx="75960" cy="83520"/>
          </a:xfrm>
          <a:prstGeom prst="star10">
            <a:avLst>
              <a:gd name="adj" fmla="val 42533"/>
              <a:gd name="hf" fmla="val 105146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240" bIns="-32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9" name="太阳形 113"/>
          <p:cNvSpPr/>
          <p:nvPr/>
        </p:nvSpPr>
        <p:spPr>
          <a:xfrm>
            <a:off x="9618840" y="1251720"/>
            <a:ext cx="124200" cy="127440"/>
          </a:xfrm>
          <a:prstGeom prst="sun">
            <a:avLst>
              <a:gd name="adj" fmla="val 2500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60" bIns="3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0" name="文本框 114"/>
          <p:cNvSpPr/>
          <p:nvPr/>
        </p:nvSpPr>
        <p:spPr>
          <a:xfrm>
            <a:off x="8284680" y="4932720"/>
            <a:ext cx="221400" cy="1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3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3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41" name="直接连接符 115"/>
          <p:cNvCxnSpPr/>
          <p:nvPr/>
        </p:nvCxnSpPr>
        <p:spPr>
          <a:xfrm>
            <a:off x="8394480" y="5032080"/>
            <a:ext cx="2160" cy="759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42" name="直接连接符 116"/>
          <p:cNvCxnSpPr/>
          <p:nvPr/>
        </p:nvCxnSpPr>
        <p:spPr>
          <a:xfrm flipV="1">
            <a:off x="8362800" y="5027760"/>
            <a:ext cx="33840" cy="36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43" name="直接连接符 117"/>
          <p:cNvCxnSpPr/>
          <p:nvPr/>
        </p:nvCxnSpPr>
        <p:spPr>
          <a:xfrm flipV="1">
            <a:off x="8360280" y="5107680"/>
            <a:ext cx="34560" cy="507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44" name="直接连接符 118"/>
          <p:cNvCxnSpPr/>
          <p:nvPr/>
        </p:nvCxnSpPr>
        <p:spPr>
          <a:xfrm>
            <a:off x="8398440" y="5027760"/>
            <a:ext cx="74520" cy="313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45" name="直接连接符 119"/>
          <p:cNvCxnSpPr/>
          <p:nvPr/>
        </p:nvCxnSpPr>
        <p:spPr>
          <a:xfrm>
            <a:off x="8400960" y="5107680"/>
            <a:ext cx="41040" cy="428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46" name="直接连接符 121"/>
          <p:cNvCxnSpPr/>
          <p:nvPr/>
        </p:nvCxnSpPr>
        <p:spPr>
          <a:xfrm flipH="1" flipV="1">
            <a:off x="8345160" y="5018400"/>
            <a:ext cx="15480" cy="406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47" name="直接连接符 122"/>
          <p:cNvCxnSpPr/>
          <p:nvPr/>
        </p:nvCxnSpPr>
        <p:spPr>
          <a:xfrm flipH="1" flipV="1">
            <a:off x="8327160" y="5016960"/>
            <a:ext cx="18360" cy="7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48" name="直接连接符 123"/>
          <p:cNvCxnSpPr/>
          <p:nvPr/>
        </p:nvCxnSpPr>
        <p:spPr>
          <a:xfrm flipV="1">
            <a:off x="8345160" y="4998600"/>
            <a:ext cx="360" cy="18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49" name="直接连接符 124"/>
          <p:cNvCxnSpPr/>
          <p:nvPr/>
        </p:nvCxnSpPr>
        <p:spPr>
          <a:xfrm flipH="1">
            <a:off x="8066880" y="4686120"/>
            <a:ext cx="100080" cy="4741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50" name="直接连接符 127"/>
          <p:cNvCxnSpPr/>
          <p:nvPr/>
        </p:nvCxnSpPr>
        <p:spPr>
          <a:xfrm flipH="1">
            <a:off x="8226360" y="4709520"/>
            <a:ext cx="91080" cy="448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51" name="直接连接符 129"/>
          <p:cNvCxnSpPr/>
          <p:nvPr/>
        </p:nvCxnSpPr>
        <p:spPr>
          <a:xfrm flipH="1" flipV="1">
            <a:off x="8166600" y="4681800"/>
            <a:ext cx="153360" cy="280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52" name="直接连接符 131"/>
          <p:cNvCxnSpPr/>
          <p:nvPr/>
        </p:nvCxnSpPr>
        <p:spPr>
          <a:xfrm flipH="1" flipV="1">
            <a:off x="8173440" y="475668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53" name="直接连接符 132"/>
          <p:cNvCxnSpPr/>
          <p:nvPr/>
        </p:nvCxnSpPr>
        <p:spPr>
          <a:xfrm flipH="1" flipV="1">
            <a:off x="8238240" y="478152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54" name="直接连接符 133"/>
          <p:cNvCxnSpPr/>
          <p:nvPr/>
        </p:nvCxnSpPr>
        <p:spPr>
          <a:xfrm flipH="1" flipV="1">
            <a:off x="8166600" y="479232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55" name="直接连接符 134"/>
          <p:cNvCxnSpPr/>
          <p:nvPr/>
        </p:nvCxnSpPr>
        <p:spPr>
          <a:xfrm flipH="1" flipV="1">
            <a:off x="8247960" y="4745880"/>
            <a:ext cx="4140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56" name="直接连接符 135"/>
          <p:cNvCxnSpPr/>
          <p:nvPr/>
        </p:nvCxnSpPr>
        <p:spPr>
          <a:xfrm flipH="1" flipV="1">
            <a:off x="8222400" y="481932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57" name="直接连接符 136"/>
          <p:cNvCxnSpPr/>
          <p:nvPr/>
        </p:nvCxnSpPr>
        <p:spPr>
          <a:xfrm flipH="1" flipV="1">
            <a:off x="8195040" y="473508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58" name="直接连接符 137"/>
          <p:cNvCxnSpPr/>
          <p:nvPr/>
        </p:nvCxnSpPr>
        <p:spPr>
          <a:xfrm flipH="1" flipV="1">
            <a:off x="8154000" y="4848840"/>
            <a:ext cx="4140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59" name="直接连接符 138"/>
          <p:cNvCxnSpPr/>
          <p:nvPr/>
        </p:nvCxnSpPr>
        <p:spPr>
          <a:xfrm flipH="1" flipV="1">
            <a:off x="8208000" y="4875480"/>
            <a:ext cx="4140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60" name="直接连接符 139"/>
          <p:cNvCxnSpPr/>
          <p:nvPr/>
        </p:nvCxnSpPr>
        <p:spPr>
          <a:xfrm flipH="1" flipV="1">
            <a:off x="8139960" y="4899960"/>
            <a:ext cx="4140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61" name="直接连接符 140"/>
          <p:cNvCxnSpPr/>
          <p:nvPr/>
        </p:nvCxnSpPr>
        <p:spPr>
          <a:xfrm flipH="1" flipV="1">
            <a:off x="8206560" y="492156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62" name="直接连接符 141"/>
          <p:cNvCxnSpPr/>
          <p:nvPr/>
        </p:nvCxnSpPr>
        <p:spPr>
          <a:xfrm flipH="1" flipV="1">
            <a:off x="7818480" y="5194800"/>
            <a:ext cx="900360" cy="28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363" name="矩形 166"/>
          <p:cNvSpPr/>
          <p:nvPr/>
        </p:nvSpPr>
        <p:spPr>
          <a:xfrm>
            <a:off x="9230400" y="462348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4" name="十角星 171"/>
          <p:cNvSpPr/>
          <p:nvPr/>
        </p:nvSpPr>
        <p:spPr>
          <a:xfrm>
            <a:off x="9815760" y="4709160"/>
            <a:ext cx="75960" cy="83520"/>
          </a:xfrm>
          <a:prstGeom prst="star10">
            <a:avLst>
              <a:gd name="adj" fmla="val 42533"/>
              <a:gd name="hf" fmla="val 105146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240" bIns="-32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365" name="直接连接符 172"/>
          <p:cNvCxnSpPr/>
          <p:nvPr/>
        </p:nvCxnSpPr>
        <p:spPr>
          <a:xfrm flipV="1">
            <a:off x="9856800" y="5237280"/>
            <a:ext cx="360" cy="115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366" name="等腰三角形 173"/>
          <p:cNvSpPr/>
          <p:nvPr/>
        </p:nvSpPr>
        <p:spPr>
          <a:xfrm>
            <a:off x="9735840" y="4810680"/>
            <a:ext cx="235080" cy="426240"/>
          </a:xfrm>
          <a:prstGeom prst="triangle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7" name="文本框 175"/>
          <p:cNvSpPr/>
          <p:nvPr/>
        </p:nvSpPr>
        <p:spPr>
          <a:xfrm>
            <a:off x="9777600" y="481140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文本框 177"/>
          <p:cNvSpPr/>
          <p:nvPr/>
        </p:nvSpPr>
        <p:spPr>
          <a:xfrm>
            <a:off x="9724320" y="487944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文本框 178"/>
          <p:cNvSpPr/>
          <p:nvPr/>
        </p:nvSpPr>
        <p:spPr>
          <a:xfrm>
            <a:off x="9724320" y="478224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文本框 179"/>
          <p:cNvSpPr/>
          <p:nvPr/>
        </p:nvSpPr>
        <p:spPr>
          <a:xfrm>
            <a:off x="9796680" y="493092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文本框 180"/>
          <p:cNvSpPr/>
          <p:nvPr/>
        </p:nvSpPr>
        <p:spPr>
          <a:xfrm>
            <a:off x="9735840" y="496116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文本框 181"/>
          <p:cNvSpPr/>
          <p:nvPr/>
        </p:nvSpPr>
        <p:spPr>
          <a:xfrm>
            <a:off x="9699480" y="493092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文本框 182"/>
          <p:cNvSpPr/>
          <p:nvPr/>
        </p:nvSpPr>
        <p:spPr>
          <a:xfrm>
            <a:off x="9753120" y="471996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文本框 183"/>
          <p:cNvSpPr/>
          <p:nvPr/>
        </p:nvSpPr>
        <p:spPr>
          <a:xfrm>
            <a:off x="9692640" y="475488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文本框 184"/>
          <p:cNvSpPr/>
          <p:nvPr/>
        </p:nvSpPr>
        <p:spPr>
          <a:xfrm>
            <a:off x="9814680" y="487944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文本框 185"/>
          <p:cNvSpPr/>
          <p:nvPr/>
        </p:nvSpPr>
        <p:spPr>
          <a:xfrm>
            <a:off x="9659520" y="498744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文本框 186"/>
          <p:cNvSpPr/>
          <p:nvPr/>
        </p:nvSpPr>
        <p:spPr>
          <a:xfrm>
            <a:off x="9735840" y="471492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78" name="组合 212"/>
          <p:cNvGrpSpPr/>
          <p:nvPr/>
        </p:nvGrpSpPr>
        <p:grpSpPr>
          <a:xfrm>
            <a:off x="3312720" y="1130760"/>
            <a:ext cx="1531800" cy="2189160"/>
            <a:chOff x="3312720" y="1130760"/>
            <a:chExt cx="1531800" cy="2189160"/>
          </a:xfrm>
        </p:grpSpPr>
        <p:sp>
          <p:nvSpPr>
            <p:cNvPr id="379" name="矩形 5"/>
            <p:cNvSpPr/>
            <p:nvPr/>
          </p:nvSpPr>
          <p:spPr>
            <a:xfrm>
              <a:off x="3312720" y="1130760"/>
              <a:ext cx="1531800" cy="21891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endParaRPr>
            </a:p>
          </p:txBody>
        </p:sp>
        <p:sp>
          <p:nvSpPr>
            <p:cNvPr id="380" name="矩形 11"/>
            <p:cNvSpPr/>
            <p:nvPr/>
          </p:nvSpPr>
          <p:spPr>
            <a:xfrm>
              <a:off x="3519360" y="130608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381" name="矩形 21"/>
            <p:cNvSpPr/>
            <p:nvPr/>
          </p:nvSpPr>
          <p:spPr>
            <a:xfrm>
              <a:off x="4143960" y="130608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382" name="文本框 22"/>
            <p:cNvSpPr/>
            <p:nvPr/>
          </p:nvSpPr>
          <p:spPr>
            <a:xfrm>
              <a:off x="4418280" y="1357920"/>
              <a:ext cx="11484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HK" sz="800" spc="-1" strike="noStrike">
                  <a:solidFill>
                    <a:schemeClr val="dk1"/>
                  </a:solidFill>
                  <a:latin typeface="Calibri"/>
                </a:rPr>
                <a:t>😊</a:t>
              </a:r>
              <a:endParaRPr b="0" lang="en-HK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383" name="直接连接符 25"/>
            <p:cNvCxnSpPr/>
            <p:nvPr/>
          </p:nvCxnSpPr>
          <p:spPr>
            <a:xfrm>
              <a:off x="4260600" y="1342440"/>
              <a:ext cx="109440" cy="1947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384" name="直接连接符 26"/>
            <p:cNvCxnSpPr/>
            <p:nvPr/>
          </p:nvCxnSpPr>
          <p:spPr>
            <a:xfrm flipV="1">
              <a:off x="4171320" y="1342440"/>
              <a:ext cx="90360" cy="1947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385" name="直接连接符 32"/>
            <p:cNvCxnSpPr/>
            <p:nvPr/>
          </p:nvCxnSpPr>
          <p:spPr>
            <a:xfrm flipV="1">
              <a:off x="4352400" y="1370160"/>
              <a:ext cx="64440" cy="1396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386" name="直接连接符 33"/>
            <p:cNvCxnSpPr/>
            <p:nvPr/>
          </p:nvCxnSpPr>
          <p:spPr>
            <a:xfrm>
              <a:off x="4416480" y="1370160"/>
              <a:ext cx="151920" cy="1450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387" name="直接连接符 34"/>
            <p:cNvCxnSpPr/>
            <p:nvPr/>
          </p:nvCxnSpPr>
          <p:spPr>
            <a:xfrm>
              <a:off x="4437720" y="1467360"/>
              <a:ext cx="76680" cy="619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388" name="直接连接符 41"/>
            <p:cNvCxnSpPr/>
            <p:nvPr/>
          </p:nvCxnSpPr>
          <p:spPr>
            <a:xfrm flipV="1">
              <a:off x="4264200" y="1467360"/>
              <a:ext cx="173880" cy="856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389" name="矩形 42"/>
            <p:cNvSpPr/>
            <p:nvPr/>
          </p:nvSpPr>
          <p:spPr>
            <a:xfrm>
              <a:off x="3519360" y="176616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390" name="矩形 44"/>
            <p:cNvSpPr/>
            <p:nvPr/>
          </p:nvSpPr>
          <p:spPr>
            <a:xfrm>
              <a:off x="3686400" y="1957680"/>
              <a:ext cx="162360" cy="90000"/>
            </a:xfrm>
            <a:prstGeom prst="rect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91" name="矩形 45"/>
            <p:cNvSpPr/>
            <p:nvPr/>
          </p:nvSpPr>
          <p:spPr>
            <a:xfrm>
              <a:off x="3849120" y="2010960"/>
              <a:ext cx="133200" cy="36720"/>
            </a:xfrm>
            <a:prstGeom prst="rect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-7920" bIns="-79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92" name="矩形 46"/>
            <p:cNvSpPr/>
            <p:nvPr/>
          </p:nvSpPr>
          <p:spPr>
            <a:xfrm>
              <a:off x="3552480" y="1987920"/>
              <a:ext cx="133200" cy="59760"/>
            </a:xfrm>
            <a:prstGeom prst="rect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15120" bIns="151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93" name="矩形 47"/>
            <p:cNvSpPr/>
            <p:nvPr/>
          </p:nvSpPr>
          <p:spPr>
            <a:xfrm>
              <a:off x="4144680" y="176616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cxnSp>
          <p:nvCxnSpPr>
            <p:cNvPr id="394" name="直接连接符 49"/>
            <p:cNvCxnSpPr/>
            <p:nvPr/>
          </p:nvCxnSpPr>
          <p:spPr>
            <a:xfrm flipH="1">
              <a:off x="4476240" y="1897920"/>
              <a:ext cx="6840" cy="572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395" name="直接连接符 50"/>
            <p:cNvCxnSpPr/>
            <p:nvPr/>
          </p:nvCxnSpPr>
          <p:spPr>
            <a:xfrm flipV="1">
              <a:off x="4411080" y="1897560"/>
              <a:ext cx="72360" cy="468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396" name="直接连接符 51"/>
            <p:cNvCxnSpPr/>
            <p:nvPr/>
          </p:nvCxnSpPr>
          <p:spPr>
            <a:xfrm flipV="1">
              <a:off x="4425120" y="1994760"/>
              <a:ext cx="55440" cy="428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397" name="直接连接符 59"/>
            <p:cNvCxnSpPr/>
            <p:nvPr/>
          </p:nvCxnSpPr>
          <p:spPr>
            <a:xfrm>
              <a:off x="4482720" y="1896480"/>
              <a:ext cx="49680" cy="507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398" name="直接连接符 60"/>
            <p:cNvCxnSpPr/>
            <p:nvPr/>
          </p:nvCxnSpPr>
          <p:spPr>
            <a:xfrm>
              <a:off x="4480200" y="1994760"/>
              <a:ext cx="64440" cy="399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399" name="直接连接符 64"/>
            <p:cNvCxnSpPr/>
            <p:nvPr/>
          </p:nvCxnSpPr>
          <p:spPr>
            <a:xfrm>
              <a:off x="4476240" y="1951920"/>
              <a:ext cx="6120" cy="406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00" name="直接连接符 66"/>
            <p:cNvCxnSpPr/>
            <p:nvPr/>
          </p:nvCxnSpPr>
          <p:spPr>
            <a:xfrm>
              <a:off x="4335480" y="1894680"/>
              <a:ext cx="12240" cy="565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01" name="直接连接符 67"/>
            <p:cNvCxnSpPr/>
            <p:nvPr/>
          </p:nvCxnSpPr>
          <p:spPr>
            <a:xfrm flipV="1">
              <a:off x="4279680" y="1897920"/>
              <a:ext cx="57960" cy="432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02" name="直接连接符 71"/>
            <p:cNvCxnSpPr/>
            <p:nvPr/>
          </p:nvCxnSpPr>
          <p:spPr>
            <a:xfrm flipV="1">
              <a:off x="4279680" y="1995120"/>
              <a:ext cx="55440" cy="432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03" name="直接连接符 75"/>
            <p:cNvCxnSpPr/>
            <p:nvPr/>
          </p:nvCxnSpPr>
          <p:spPr>
            <a:xfrm>
              <a:off x="4337280" y="1896840"/>
              <a:ext cx="77040" cy="482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04" name="直接连接符 80"/>
            <p:cNvCxnSpPr/>
            <p:nvPr/>
          </p:nvCxnSpPr>
          <p:spPr>
            <a:xfrm>
              <a:off x="4334760" y="1995120"/>
              <a:ext cx="64440" cy="403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05" name="直接连接符 81"/>
            <p:cNvCxnSpPr/>
            <p:nvPr/>
          </p:nvCxnSpPr>
          <p:spPr>
            <a:xfrm flipH="1">
              <a:off x="4336560" y="1947600"/>
              <a:ext cx="11520" cy="457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406" name="矩形 83"/>
            <p:cNvSpPr/>
            <p:nvPr/>
          </p:nvSpPr>
          <p:spPr>
            <a:xfrm>
              <a:off x="4352400" y="1852560"/>
              <a:ext cx="67680" cy="518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7200" bIns="72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07" name="矩形 84"/>
            <p:cNvSpPr/>
            <p:nvPr/>
          </p:nvSpPr>
          <p:spPr>
            <a:xfrm>
              <a:off x="3519360" y="224100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08" name="文本框 87"/>
            <p:cNvSpPr/>
            <p:nvPr/>
          </p:nvSpPr>
          <p:spPr>
            <a:xfrm>
              <a:off x="3684240" y="2297520"/>
              <a:ext cx="1663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endParaRPr b="0" lang="en-HK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409" name="直接连接符 91"/>
            <p:cNvCxnSpPr/>
            <p:nvPr/>
          </p:nvCxnSpPr>
          <p:spPr>
            <a:xfrm flipV="1">
              <a:off x="3800160" y="2302920"/>
              <a:ext cx="40680" cy="500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10" name="直接连接符 92"/>
            <p:cNvCxnSpPr/>
            <p:nvPr/>
          </p:nvCxnSpPr>
          <p:spPr>
            <a:xfrm flipH="1" flipV="1">
              <a:off x="3690720" y="2299680"/>
              <a:ext cx="33840" cy="486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11" name="直接连接符 93"/>
            <p:cNvCxnSpPr/>
            <p:nvPr/>
          </p:nvCxnSpPr>
          <p:spPr>
            <a:xfrm flipH="1" flipV="1">
              <a:off x="3765960" y="2278440"/>
              <a:ext cx="14400" cy="399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12" name="直接连接符 94"/>
            <p:cNvCxnSpPr/>
            <p:nvPr/>
          </p:nvCxnSpPr>
          <p:spPr>
            <a:xfrm flipV="1">
              <a:off x="3749760" y="2278800"/>
              <a:ext cx="16560" cy="403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13" name="直接连接符 99"/>
            <p:cNvCxnSpPr/>
            <p:nvPr/>
          </p:nvCxnSpPr>
          <p:spPr>
            <a:xfrm>
              <a:off x="3731760" y="2290680"/>
              <a:ext cx="17640" cy="252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14" name="直接连接符 100"/>
            <p:cNvCxnSpPr/>
            <p:nvPr/>
          </p:nvCxnSpPr>
          <p:spPr>
            <a:xfrm flipV="1">
              <a:off x="3780000" y="2290680"/>
              <a:ext cx="19800" cy="252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15" name="直接连接符 107"/>
            <p:cNvCxnSpPr/>
            <p:nvPr/>
          </p:nvCxnSpPr>
          <p:spPr>
            <a:xfrm>
              <a:off x="3800160" y="2290680"/>
              <a:ext cx="1440" cy="255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16" name="直接连接符 108"/>
            <p:cNvCxnSpPr/>
            <p:nvPr/>
          </p:nvCxnSpPr>
          <p:spPr>
            <a:xfrm flipV="1">
              <a:off x="3800880" y="2300040"/>
              <a:ext cx="36720" cy="190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17" name="直接连接符 109"/>
            <p:cNvCxnSpPr/>
            <p:nvPr/>
          </p:nvCxnSpPr>
          <p:spPr>
            <a:xfrm flipV="1">
              <a:off x="3727800" y="2293560"/>
              <a:ext cx="4320" cy="234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18" name="直接连接符 110"/>
            <p:cNvCxnSpPr/>
            <p:nvPr/>
          </p:nvCxnSpPr>
          <p:spPr>
            <a:xfrm>
              <a:off x="3693960" y="2297520"/>
              <a:ext cx="31320" cy="216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419" name="矩形 111"/>
            <p:cNvSpPr/>
            <p:nvPr/>
          </p:nvSpPr>
          <p:spPr>
            <a:xfrm>
              <a:off x="3698280" y="2495160"/>
              <a:ext cx="133200" cy="36720"/>
            </a:xfrm>
            <a:prstGeom prst="rect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-7920" bIns="-79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cxnSp>
          <p:nvCxnSpPr>
            <p:cNvPr id="420" name="直接连接符 120"/>
            <p:cNvCxnSpPr/>
            <p:nvPr/>
          </p:nvCxnSpPr>
          <p:spPr>
            <a:xfrm>
              <a:off x="3764880" y="2352600"/>
              <a:ext cx="2880" cy="1281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21" name="直接连接符 125"/>
            <p:cNvCxnSpPr/>
            <p:nvPr/>
          </p:nvCxnSpPr>
          <p:spPr>
            <a:xfrm flipV="1">
              <a:off x="3771360" y="2435400"/>
              <a:ext cx="5400" cy="11880"/>
            </a:xfrm>
            <a:prstGeom prst="straightConnector1">
              <a:avLst/>
            </a:prstGeom>
            <a:ln>
              <a:solidFill>
                <a:srgbClr val="ed7d31"/>
              </a:solidFill>
            </a:ln>
          </p:spPr>
        </p:cxnSp>
        <p:cxnSp>
          <p:nvCxnSpPr>
            <p:cNvPr id="422" name="直接连接符 126"/>
            <p:cNvCxnSpPr/>
            <p:nvPr/>
          </p:nvCxnSpPr>
          <p:spPr>
            <a:xfrm flipH="1" flipV="1">
              <a:off x="3764880" y="2435400"/>
              <a:ext cx="2520" cy="10080"/>
            </a:xfrm>
            <a:prstGeom prst="straightConnector1">
              <a:avLst/>
            </a:prstGeom>
            <a:ln>
              <a:solidFill>
                <a:srgbClr val="ed7d31"/>
              </a:solidFill>
            </a:ln>
          </p:spPr>
        </p:cxnSp>
        <p:cxnSp>
          <p:nvCxnSpPr>
            <p:cNvPr id="423" name="直接连接符 128"/>
            <p:cNvCxnSpPr/>
            <p:nvPr/>
          </p:nvCxnSpPr>
          <p:spPr>
            <a:xfrm flipH="1" flipV="1">
              <a:off x="3756960" y="2436840"/>
              <a:ext cx="2520" cy="9720"/>
            </a:xfrm>
            <a:prstGeom prst="straightConnector1">
              <a:avLst/>
            </a:prstGeom>
            <a:ln>
              <a:solidFill>
                <a:srgbClr val="ed7d31"/>
              </a:solidFill>
            </a:ln>
          </p:spPr>
        </p:cxnSp>
        <p:sp>
          <p:nvSpPr>
            <p:cNvPr id="424" name="矩形 130"/>
            <p:cNvSpPr/>
            <p:nvPr/>
          </p:nvSpPr>
          <p:spPr>
            <a:xfrm>
              <a:off x="4144680" y="224100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25" name="椭圆 142"/>
            <p:cNvSpPr/>
            <p:nvPr/>
          </p:nvSpPr>
          <p:spPr>
            <a:xfrm>
              <a:off x="4329360" y="2326680"/>
              <a:ext cx="149040" cy="15012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26" name="双波形 143"/>
            <p:cNvSpPr/>
            <p:nvPr/>
          </p:nvSpPr>
          <p:spPr>
            <a:xfrm>
              <a:off x="4366080" y="2373840"/>
              <a:ext cx="75600" cy="56520"/>
            </a:xfrm>
            <a:prstGeom prst="doubleWave">
              <a:avLst>
                <a:gd name="adj1" fmla="val 6250"/>
                <a:gd name="adj2" fmla="val 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2160" bIns="-216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27" name="斜纹 144"/>
            <p:cNvSpPr/>
            <p:nvPr/>
          </p:nvSpPr>
          <p:spPr>
            <a:xfrm flipH="1" rot="1800000">
              <a:off x="4509360" y="2386440"/>
              <a:ext cx="30600" cy="43560"/>
            </a:xfrm>
            <a:prstGeom prst="diagStripe">
              <a:avLst>
                <a:gd name="adj" fmla="val 50000"/>
              </a:avLst>
            </a:prstGeom>
            <a:noFill/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12240" bIns="-1224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cxnSp>
          <p:nvCxnSpPr>
            <p:cNvPr id="428" name="直接连接符 145"/>
            <p:cNvCxnSpPr/>
            <p:nvPr/>
          </p:nvCxnSpPr>
          <p:spPr>
            <a:xfrm>
              <a:off x="4532400" y="2424960"/>
              <a:ext cx="4320" cy="4968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cxnSp>
          <p:nvCxnSpPr>
            <p:cNvPr id="429" name="直接连接符 146"/>
            <p:cNvCxnSpPr/>
            <p:nvPr/>
          </p:nvCxnSpPr>
          <p:spPr>
            <a:xfrm flipH="1">
              <a:off x="4283280" y="2417760"/>
              <a:ext cx="4680" cy="4968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cxnSp>
          <p:nvCxnSpPr>
            <p:cNvPr id="430" name="直接连接符 147"/>
            <p:cNvCxnSpPr/>
            <p:nvPr/>
          </p:nvCxnSpPr>
          <p:spPr>
            <a:xfrm flipH="1">
              <a:off x="4293720" y="2390760"/>
              <a:ext cx="3240" cy="2268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cxnSp>
          <p:nvCxnSpPr>
            <p:cNvPr id="431" name="直接连接符 148"/>
            <p:cNvCxnSpPr/>
            <p:nvPr/>
          </p:nvCxnSpPr>
          <p:spPr>
            <a:xfrm flipH="1">
              <a:off x="4287600" y="2390760"/>
              <a:ext cx="3240" cy="2268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cxnSp>
          <p:nvCxnSpPr>
            <p:cNvPr id="432" name="直接连接符 149"/>
            <p:cNvCxnSpPr/>
            <p:nvPr/>
          </p:nvCxnSpPr>
          <p:spPr>
            <a:xfrm flipH="1">
              <a:off x="4280400" y="2390760"/>
              <a:ext cx="3240" cy="2268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sp>
          <p:nvSpPr>
            <p:cNvPr id="433" name="椭圆 150"/>
            <p:cNvSpPr/>
            <p:nvPr/>
          </p:nvSpPr>
          <p:spPr>
            <a:xfrm>
              <a:off x="4495680" y="2277360"/>
              <a:ext cx="51480" cy="5184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8280" bIns="-828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34" name="矩形 151"/>
            <p:cNvSpPr/>
            <p:nvPr/>
          </p:nvSpPr>
          <p:spPr>
            <a:xfrm>
              <a:off x="3516840" y="2711520"/>
              <a:ext cx="501840" cy="302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35" name="十角星 152"/>
            <p:cNvSpPr/>
            <p:nvPr/>
          </p:nvSpPr>
          <p:spPr>
            <a:xfrm>
              <a:off x="3785040" y="1905120"/>
              <a:ext cx="30600" cy="33840"/>
            </a:xfrm>
            <a:prstGeom prst="star10">
              <a:avLst>
                <a:gd name="adj" fmla="val 42533"/>
                <a:gd name="hf" fmla="val 105146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27720" bIns="-277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36" name="太阳形 153"/>
            <p:cNvSpPr/>
            <p:nvPr/>
          </p:nvSpPr>
          <p:spPr>
            <a:xfrm>
              <a:off x="4302000" y="1342800"/>
              <a:ext cx="50040" cy="51480"/>
            </a:xfrm>
            <a:prstGeom prst="sun">
              <a:avLst>
                <a:gd name="adj" fmla="val 25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26640" bIns="-2664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cxnSp>
          <p:nvCxnSpPr>
            <p:cNvPr id="437" name="直接连接符 155"/>
            <p:cNvCxnSpPr/>
            <p:nvPr/>
          </p:nvCxnSpPr>
          <p:spPr>
            <a:xfrm>
              <a:off x="3805200" y="2875320"/>
              <a:ext cx="1080" cy="313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38" name="直接连接符 156"/>
            <p:cNvCxnSpPr/>
            <p:nvPr/>
          </p:nvCxnSpPr>
          <p:spPr>
            <a:xfrm flipV="1">
              <a:off x="3792240" y="2873520"/>
              <a:ext cx="14040" cy="151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39" name="直接连接符 157"/>
            <p:cNvCxnSpPr/>
            <p:nvPr/>
          </p:nvCxnSpPr>
          <p:spPr>
            <a:xfrm flipV="1">
              <a:off x="3791880" y="2906280"/>
              <a:ext cx="14400" cy="205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40" name="直接连接符 158"/>
            <p:cNvCxnSpPr/>
            <p:nvPr/>
          </p:nvCxnSpPr>
          <p:spPr>
            <a:xfrm>
              <a:off x="3807000" y="2873520"/>
              <a:ext cx="30600" cy="129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41" name="直接连接符 159"/>
            <p:cNvCxnSpPr/>
            <p:nvPr/>
          </p:nvCxnSpPr>
          <p:spPr>
            <a:xfrm>
              <a:off x="3808080" y="2906280"/>
              <a:ext cx="16560" cy="176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42" name="直接连接符 160"/>
            <p:cNvCxnSpPr/>
            <p:nvPr/>
          </p:nvCxnSpPr>
          <p:spPr>
            <a:xfrm flipH="1" flipV="1">
              <a:off x="3785400" y="2869920"/>
              <a:ext cx="6840" cy="165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43" name="直接连接符 161"/>
            <p:cNvCxnSpPr/>
            <p:nvPr/>
          </p:nvCxnSpPr>
          <p:spPr>
            <a:xfrm flipH="1" flipV="1">
              <a:off x="3778200" y="2869200"/>
              <a:ext cx="7560" cy="36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44" name="直接连接符 162"/>
            <p:cNvCxnSpPr/>
            <p:nvPr/>
          </p:nvCxnSpPr>
          <p:spPr>
            <a:xfrm flipV="1">
              <a:off x="3785400" y="2862000"/>
              <a:ext cx="360" cy="75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45" name="直接连接符 163"/>
            <p:cNvCxnSpPr/>
            <p:nvPr/>
          </p:nvCxnSpPr>
          <p:spPr>
            <a:xfrm flipH="1">
              <a:off x="3672720" y="2735640"/>
              <a:ext cx="40680" cy="1922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46" name="直接连接符 164"/>
            <p:cNvCxnSpPr/>
            <p:nvPr/>
          </p:nvCxnSpPr>
          <p:spPr>
            <a:xfrm flipH="1">
              <a:off x="3737160" y="2745000"/>
              <a:ext cx="37440" cy="1825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47" name="直接连接符 165"/>
            <p:cNvCxnSpPr/>
            <p:nvPr/>
          </p:nvCxnSpPr>
          <p:spPr>
            <a:xfrm flipH="1" flipV="1">
              <a:off x="3713040" y="2733120"/>
              <a:ext cx="62280" cy="118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48" name="直接连接符 167"/>
            <p:cNvCxnSpPr/>
            <p:nvPr/>
          </p:nvCxnSpPr>
          <p:spPr>
            <a:xfrm flipH="1" flipV="1">
              <a:off x="3715920" y="2763720"/>
              <a:ext cx="1728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449" name="直接连接符 168"/>
            <p:cNvCxnSpPr/>
            <p:nvPr/>
          </p:nvCxnSpPr>
          <p:spPr>
            <a:xfrm flipH="1" flipV="1">
              <a:off x="3741840" y="2773800"/>
              <a:ext cx="1728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450" name="直接连接符 169"/>
            <p:cNvCxnSpPr/>
            <p:nvPr/>
          </p:nvCxnSpPr>
          <p:spPr>
            <a:xfrm flipH="1" flipV="1">
              <a:off x="3713040" y="2778120"/>
              <a:ext cx="1728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451" name="直接连接符 170"/>
            <p:cNvCxnSpPr/>
            <p:nvPr/>
          </p:nvCxnSpPr>
          <p:spPr>
            <a:xfrm flipH="1" flipV="1">
              <a:off x="3745800" y="2759760"/>
              <a:ext cx="1692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452" name="直接连接符 174"/>
            <p:cNvCxnSpPr/>
            <p:nvPr/>
          </p:nvCxnSpPr>
          <p:spPr>
            <a:xfrm flipH="1" flipV="1">
              <a:off x="3735720" y="2789280"/>
              <a:ext cx="1692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453" name="直接连接符 176"/>
            <p:cNvCxnSpPr/>
            <p:nvPr/>
          </p:nvCxnSpPr>
          <p:spPr>
            <a:xfrm flipH="1" flipV="1">
              <a:off x="3724200" y="2755080"/>
              <a:ext cx="1728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454" name="直接连接符 187"/>
            <p:cNvCxnSpPr/>
            <p:nvPr/>
          </p:nvCxnSpPr>
          <p:spPr>
            <a:xfrm flipH="1" flipV="1">
              <a:off x="3708000" y="2801160"/>
              <a:ext cx="1728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455" name="直接连接符 188"/>
            <p:cNvCxnSpPr/>
            <p:nvPr/>
          </p:nvCxnSpPr>
          <p:spPr>
            <a:xfrm flipH="1" flipV="1">
              <a:off x="3729240" y="2811960"/>
              <a:ext cx="1728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456" name="直接连接符 189"/>
            <p:cNvCxnSpPr/>
            <p:nvPr/>
          </p:nvCxnSpPr>
          <p:spPr>
            <a:xfrm flipH="1" flipV="1">
              <a:off x="3701880" y="2822040"/>
              <a:ext cx="1728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457" name="直接连接符 190"/>
            <p:cNvCxnSpPr/>
            <p:nvPr/>
          </p:nvCxnSpPr>
          <p:spPr>
            <a:xfrm flipH="1" flipV="1">
              <a:off x="3729240" y="2831040"/>
              <a:ext cx="1728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458" name="直接连接符 191"/>
            <p:cNvCxnSpPr/>
            <p:nvPr/>
          </p:nvCxnSpPr>
          <p:spPr>
            <a:xfrm flipH="1" flipV="1">
              <a:off x="3572280" y="2941560"/>
              <a:ext cx="364680" cy="14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459" name="矩形 192"/>
            <p:cNvSpPr/>
            <p:nvPr/>
          </p:nvSpPr>
          <p:spPr>
            <a:xfrm>
              <a:off x="4143960" y="270972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60" name="十角星 193"/>
            <p:cNvSpPr/>
            <p:nvPr/>
          </p:nvSpPr>
          <p:spPr>
            <a:xfrm>
              <a:off x="4381560" y="2744640"/>
              <a:ext cx="30600" cy="33840"/>
            </a:xfrm>
            <a:prstGeom prst="star10">
              <a:avLst>
                <a:gd name="adj" fmla="val 42533"/>
                <a:gd name="hf" fmla="val 105146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27720" bIns="-277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cxnSp>
          <p:nvCxnSpPr>
            <p:cNvPr id="461" name="直接连接符 194"/>
            <p:cNvCxnSpPr/>
            <p:nvPr/>
          </p:nvCxnSpPr>
          <p:spPr>
            <a:xfrm flipV="1">
              <a:off x="4398480" y="2958480"/>
              <a:ext cx="360" cy="471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462" name="等腰三角形 195"/>
            <p:cNvSpPr/>
            <p:nvPr/>
          </p:nvSpPr>
          <p:spPr>
            <a:xfrm>
              <a:off x="4349160" y="2785680"/>
              <a:ext cx="95040" cy="172800"/>
            </a:xfrm>
            <a:prstGeom prst="triangle">
              <a:avLst>
                <a:gd name="adj" fmla="val 50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1760" bIns="4176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63" name="文本框 196"/>
            <p:cNvSpPr/>
            <p:nvPr/>
          </p:nvSpPr>
          <p:spPr>
            <a:xfrm>
              <a:off x="4366440" y="278640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4" name="文本框 197"/>
            <p:cNvSpPr/>
            <p:nvPr/>
          </p:nvSpPr>
          <p:spPr>
            <a:xfrm>
              <a:off x="4344480" y="281376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5" name="文本框 198"/>
            <p:cNvSpPr/>
            <p:nvPr/>
          </p:nvSpPr>
          <p:spPr>
            <a:xfrm>
              <a:off x="4335480" y="269064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6" name="文本框 201"/>
            <p:cNvSpPr/>
            <p:nvPr/>
          </p:nvSpPr>
          <p:spPr>
            <a:xfrm>
              <a:off x="4323240" y="265032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7" name="文本框 202"/>
            <p:cNvSpPr/>
            <p:nvPr/>
          </p:nvSpPr>
          <p:spPr>
            <a:xfrm>
              <a:off x="4339080" y="266760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8" name="椭圆 208"/>
            <p:cNvSpPr/>
            <p:nvPr/>
          </p:nvSpPr>
          <p:spPr>
            <a:xfrm>
              <a:off x="3737520" y="1472040"/>
              <a:ext cx="51480" cy="5184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8280" bIns="-828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69" name="椭圆 209"/>
            <p:cNvSpPr/>
            <p:nvPr/>
          </p:nvSpPr>
          <p:spPr>
            <a:xfrm>
              <a:off x="3799080" y="1382040"/>
              <a:ext cx="81720" cy="8064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12600" bIns="126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70" name="椭圆 210"/>
            <p:cNvSpPr/>
            <p:nvPr/>
          </p:nvSpPr>
          <p:spPr>
            <a:xfrm>
              <a:off x="3659760" y="1409400"/>
              <a:ext cx="81720" cy="8064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12600" bIns="126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grpSp>
        <p:nvGrpSpPr>
          <p:cNvPr id="471" name="组合 213"/>
          <p:cNvGrpSpPr/>
          <p:nvPr/>
        </p:nvGrpSpPr>
        <p:grpSpPr>
          <a:xfrm>
            <a:off x="1602000" y="3700800"/>
            <a:ext cx="1531800" cy="2189160"/>
            <a:chOff x="1602000" y="3700800"/>
            <a:chExt cx="1531800" cy="2189160"/>
          </a:xfrm>
        </p:grpSpPr>
        <p:sp>
          <p:nvSpPr>
            <p:cNvPr id="472" name="矩形 214"/>
            <p:cNvSpPr/>
            <p:nvPr/>
          </p:nvSpPr>
          <p:spPr>
            <a:xfrm>
              <a:off x="1602000" y="3700800"/>
              <a:ext cx="1531800" cy="21891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endParaRPr>
            </a:p>
          </p:txBody>
        </p:sp>
        <p:sp>
          <p:nvSpPr>
            <p:cNvPr id="473" name="矩形 215"/>
            <p:cNvSpPr/>
            <p:nvPr/>
          </p:nvSpPr>
          <p:spPr>
            <a:xfrm>
              <a:off x="1808640" y="387612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74" name="矩形 216"/>
            <p:cNvSpPr/>
            <p:nvPr/>
          </p:nvSpPr>
          <p:spPr>
            <a:xfrm>
              <a:off x="2433240" y="387612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75" name="文本框 217"/>
            <p:cNvSpPr/>
            <p:nvPr/>
          </p:nvSpPr>
          <p:spPr>
            <a:xfrm>
              <a:off x="2707560" y="3927600"/>
              <a:ext cx="11484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HK" sz="800" spc="-1" strike="noStrike">
                  <a:solidFill>
                    <a:schemeClr val="dk1"/>
                  </a:solidFill>
                  <a:latin typeface="Calibri"/>
                </a:rPr>
                <a:t>😊</a:t>
              </a:r>
              <a:endParaRPr b="0" lang="en-HK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476" name="直接连接符 218"/>
            <p:cNvCxnSpPr/>
            <p:nvPr/>
          </p:nvCxnSpPr>
          <p:spPr>
            <a:xfrm>
              <a:off x="2549880" y="3912480"/>
              <a:ext cx="109440" cy="1947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77" name="直接连接符 219"/>
            <p:cNvCxnSpPr/>
            <p:nvPr/>
          </p:nvCxnSpPr>
          <p:spPr>
            <a:xfrm flipV="1">
              <a:off x="2460600" y="3912480"/>
              <a:ext cx="90360" cy="1947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78" name="直接连接符 220"/>
            <p:cNvCxnSpPr/>
            <p:nvPr/>
          </p:nvCxnSpPr>
          <p:spPr>
            <a:xfrm flipV="1">
              <a:off x="2641680" y="3939840"/>
              <a:ext cx="64440" cy="1396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79" name="直接连接符 221"/>
            <p:cNvCxnSpPr/>
            <p:nvPr/>
          </p:nvCxnSpPr>
          <p:spPr>
            <a:xfrm>
              <a:off x="2705760" y="3939840"/>
              <a:ext cx="151920" cy="1454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80" name="直接连接符 222"/>
            <p:cNvCxnSpPr/>
            <p:nvPr/>
          </p:nvCxnSpPr>
          <p:spPr>
            <a:xfrm>
              <a:off x="2727000" y="4037040"/>
              <a:ext cx="76680" cy="622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81" name="直接连接符 223"/>
            <p:cNvCxnSpPr/>
            <p:nvPr/>
          </p:nvCxnSpPr>
          <p:spPr>
            <a:xfrm flipV="1">
              <a:off x="2553480" y="4037040"/>
              <a:ext cx="173880" cy="856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482" name="矩形 224"/>
            <p:cNvSpPr/>
            <p:nvPr/>
          </p:nvSpPr>
          <p:spPr>
            <a:xfrm>
              <a:off x="1808640" y="433620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83" name="矩形 225"/>
            <p:cNvSpPr/>
            <p:nvPr/>
          </p:nvSpPr>
          <p:spPr>
            <a:xfrm>
              <a:off x="1975680" y="4527720"/>
              <a:ext cx="162360" cy="90000"/>
            </a:xfrm>
            <a:prstGeom prst="rect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84" name="矩形 226"/>
            <p:cNvSpPr/>
            <p:nvPr/>
          </p:nvSpPr>
          <p:spPr>
            <a:xfrm>
              <a:off x="2138400" y="4581000"/>
              <a:ext cx="133200" cy="36720"/>
            </a:xfrm>
            <a:prstGeom prst="rect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-7920" bIns="-79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85" name="矩形 227"/>
            <p:cNvSpPr/>
            <p:nvPr/>
          </p:nvSpPr>
          <p:spPr>
            <a:xfrm>
              <a:off x="1842120" y="4557960"/>
              <a:ext cx="133200" cy="59760"/>
            </a:xfrm>
            <a:prstGeom prst="rect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15120" bIns="151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86" name="矩形 228"/>
            <p:cNvSpPr/>
            <p:nvPr/>
          </p:nvSpPr>
          <p:spPr>
            <a:xfrm>
              <a:off x="2433960" y="433620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cxnSp>
          <p:nvCxnSpPr>
            <p:cNvPr id="487" name="直接连接符 229"/>
            <p:cNvCxnSpPr/>
            <p:nvPr/>
          </p:nvCxnSpPr>
          <p:spPr>
            <a:xfrm flipH="1">
              <a:off x="2765880" y="4467960"/>
              <a:ext cx="6480" cy="568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88" name="直接连接符 230"/>
            <p:cNvCxnSpPr/>
            <p:nvPr/>
          </p:nvCxnSpPr>
          <p:spPr>
            <a:xfrm flipV="1">
              <a:off x="2700720" y="4467240"/>
              <a:ext cx="72000" cy="471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89" name="直接连接符 231"/>
            <p:cNvCxnSpPr/>
            <p:nvPr/>
          </p:nvCxnSpPr>
          <p:spPr>
            <a:xfrm flipV="1">
              <a:off x="2714760" y="4564440"/>
              <a:ext cx="55080" cy="432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90" name="直接连接符 232"/>
            <p:cNvCxnSpPr/>
            <p:nvPr/>
          </p:nvCxnSpPr>
          <p:spPr>
            <a:xfrm>
              <a:off x="2772000" y="4466160"/>
              <a:ext cx="49680" cy="511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91" name="直接连接符 233"/>
            <p:cNvCxnSpPr/>
            <p:nvPr/>
          </p:nvCxnSpPr>
          <p:spPr>
            <a:xfrm>
              <a:off x="2769480" y="4564440"/>
              <a:ext cx="64440" cy="403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92" name="直接连接符 234"/>
            <p:cNvCxnSpPr/>
            <p:nvPr/>
          </p:nvCxnSpPr>
          <p:spPr>
            <a:xfrm>
              <a:off x="2765880" y="4521960"/>
              <a:ext cx="5760" cy="406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93" name="直接连接符 235"/>
            <p:cNvCxnSpPr/>
            <p:nvPr/>
          </p:nvCxnSpPr>
          <p:spPr>
            <a:xfrm>
              <a:off x="2624760" y="4464360"/>
              <a:ext cx="12240" cy="565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94" name="直接连接符 236"/>
            <p:cNvCxnSpPr/>
            <p:nvPr/>
          </p:nvCxnSpPr>
          <p:spPr>
            <a:xfrm flipV="1">
              <a:off x="2568960" y="4467960"/>
              <a:ext cx="57960" cy="428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95" name="直接连接符 237"/>
            <p:cNvCxnSpPr/>
            <p:nvPr/>
          </p:nvCxnSpPr>
          <p:spPr>
            <a:xfrm flipV="1">
              <a:off x="2568960" y="4565160"/>
              <a:ext cx="55440" cy="428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96" name="直接连接符 238"/>
            <p:cNvCxnSpPr/>
            <p:nvPr/>
          </p:nvCxnSpPr>
          <p:spPr>
            <a:xfrm>
              <a:off x="2626560" y="4466880"/>
              <a:ext cx="77040" cy="478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97" name="直接连接符 239"/>
            <p:cNvCxnSpPr/>
            <p:nvPr/>
          </p:nvCxnSpPr>
          <p:spPr>
            <a:xfrm>
              <a:off x="2624040" y="4565160"/>
              <a:ext cx="64440" cy="399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98" name="直接连接符 240"/>
            <p:cNvCxnSpPr/>
            <p:nvPr/>
          </p:nvCxnSpPr>
          <p:spPr>
            <a:xfrm flipH="1">
              <a:off x="2625840" y="4517280"/>
              <a:ext cx="11520" cy="457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499" name="矩形 241"/>
            <p:cNvSpPr/>
            <p:nvPr/>
          </p:nvSpPr>
          <p:spPr>
            <a:xfrm>
              <a:off x="2641680" y="4422600"/>
              <a:ext cx="67680" cy="518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7200" bIns="72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00" name="矩形 242"/>
            <p:cNvSpPr/>
            <p:nvPr/>
          </p:nvSpPr>
          <p:spPr>
            <a:xfrm>
              <a:off x="1808640" y="481068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01" name="文本框 243"/>
            <p:cNvSpPr/>
            <p:nvPr/>
          </p:nvSpPr>
          <p:spPr>
            <a:xfrm>
              <a:off x="1973520" y="4867560"/>
              <a:ext cx="1663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cxnSp>
          <p:nvCxnSpPr>
            <p:cNvPr id="502" name="直接连接符 244"/>
            <p:cNvCxnSpPr/>
            <p:nvPr/>
          </p:nvCxnSpPr>
          <p:spPr>
            <a:xfrm flipV="1">
              <a:off x="2089440" y="4872960"/>
              <a:ext cx="40680" cy="496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03" name="直接连接符 245"/>
            <p:cNvCxnSpPr/>
            <p:nvPr/>
          </p:nvCxnSpPr>
          <p:spPr>
            <a:xfrm flipH="1" flipV="1">
              <a:off x="1980000" y="4869360"/>
              <a:ext cx="33840" cy="489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04" name="直接连接符 246"/>
            <p:cNvCxnSpPr/>
            <p:nvPr/>
          </p:nvCxnSpPr>
          <p:spPr>
            <a:xfrm flipH="1" flipV="1">
              <a:off x="2055240" y="4848120"/>
              <a:ext cx="14400" cy="403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05" name="直接连接符 247"/>
            <p:cNvCxnSpPr/>
            <p:nvPr/>
          </p:nvCxnSpPr>
          <p:spPr>
            <a:xfrm flipV="1">
              <a:off x="2039040" y="4848840"/>
              <a:ext cx="16560" cy="399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06" name="直接连接符 248"/>
            <p:cNvCxnSpPr/>
            <p:nvPr/>
          </p:nvCxnSpPr>
          <p:spPr>
            <a:xfrm>
              <a:off x="2021040" y="4860360"/>
              <a:ext cx="17640" cy="252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07" name="直接连接符 249"/>
            <p:cNvCxnSpPr/>
            <p:nvPr/>
          </p:nvCxnSpPr>
          <p:spPr>
            <a:xfrm flipV="1">
              <a:off x="2069280" y="4860360"/>
              <a:ext cx="19800" cy="252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08" name="直接连接符 250"/>
            <p:cNvCxnSpPr/>
            <p:nvPr/>
          </p:nvCxnSpPr>
          <p:spPr>
            <a:xfrm>
              <a:off x="2089440" y="4860360"/>
              <a:ext cx="1440" cy="259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09" name="直接连接符 251"/>
            <p:cNvCxnSpPr/>
            <p:nvPr/>
          </p:nvCxnSpPr>
          <p:spPr>
            <a:xfrm flipV="1">
              <a:off x="2090160" y="4870080"/>
              <a:ext cx="36720" cy="187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10" name="直接连接符 252"/>
            <p:cNvCxnSpPr/>
            <p:nvPr/>
          </p:nvCxnSpPr>
          <p:spPr>
            <a:xfrm flipV="1">
              <a:off x="2017080" y="4863240"/>
              <a:ext cx="4320" cy="234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11" name="直接连接符 253"/>
            <p:cNvCxnSpPr/>
            <p:nvPr/>
          </p:nvCxnSpPr>
          <p:spPr>
            <a:xfrm>
              <a:off x="1983240" y="4867200"/>
              <a:ext cx="31320" cy="216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512" name="矩形 254"/>
            <p:cNvSpPr/>
            <p:nvPr/>
          </p:nvSpPr>
          <p:spPr>
            <a:xfrm>
              <a:off x="1987560" y="5065200"/>
              <a:ext cx="133200" cy="36720"/>
            </a:xfrm>
            <a:prstGeom prst="rect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-7920" bIns="-79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cxnSp>
          <p:nvCxnSpPr>
            <p:cNvPr id="513" name="直接连接符 255"/>
            <p:cNvCxnSpPr/>
            <p:nvPr/>
          </p:nvCxnSpPr>
          <p:spPr>
            <a:xfrm>
              <a:off x="2054160" y="4922280"/>
              <a:ext cx="3240" cy="1285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14" name="直接连接符 256"/>
            <p:cNvCxnSpPr/>
            <p:nvPr/>
          </p:nvCxnSpPr>
          <p:spPr>
            <a:xfrm flipV="1">
              <a:off x="2060640" y="5005440"/>
              <a:ext cx="5760" cy="11520"/>
            </a:xfrm>
            <a:prstGeom prst="straightConnector1">
              <a:avLst/>
            </a:prstGeom>
            <a:ln>
              <a:solidFill>
                <a:srgbClr val="ed7d31"/>
              </a:solidFill>
            </a:ln>
          </p:spPr>
        </p:cxnSp>
        <p:cxnSp>
          <p:nvCxnSpPr>
            <p:cNvPr id="515" name="直接连接符 257"/>
            <p:cNvCxnSpPr/>
            <p:nvPr/>
          </p:nvCxnSpPr>
          <p:spPr>
            <a:xfrm flipH="1" flipV="1">
              <a:off x="2054160" y="5005440"/>
              <a:ext cx="2520" cy="9720"/>
            </a:xfrm>
            <a:prstGeom prst="straightConnector1">
              <a:avLst/>
            </a:prstGeom>
            <a:ln>
              <a:solidFill>
                <a:srgbClr val="ed7d31"/>
              </a:solidFill>
            </a:ln>
          </p:spPr>
        </p:cxnSp>
        <p:cxnSp>
          <p:nvCxnSpPr>
            <p:cNvPr id="516" name="直接连接符 258"/>
            <p:cNvCxnSpPr/>
            <p:nvPr/>
          </p:nvCxnSpPr>
          <p:spPr>
            <a:xfrm flipH="1" flipV="1">
              <a:off x="2046240" y="5006520"/>
              <a:ext cx="2520" cy="10080"/>
            </a:xfrm>
            <a:prstGeom prst="straightConnector1">
              <a:avLst/>
            </a:prstGeom>
            <a:ln>
              <a:solidFill>
                <a:srgbClr val="ed7d31"/>
              </a:solidFill>
            </a:ln>
          </p:spPr>
        </p:cxnSp>
        <p:sp>
          <p:nvSpPr>
            <p:cNvPr id="517" name="矩形 259"/>
            <p:cNvSpPr/>
            <p:nvPr/>
          </p:nvSpPr>
          <p:spPr>
            <a:xfrm>
              <a:off x="2433960" y="481068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18" name="椭圆 260"/>
            <p:cNvSpPr/>
            <p:nvPr/>
          </p:nvSpPr>
          <p:spPr>
            <a:xfrm>
              <a:off x="2618640" y="4896720"/>
              <a:ext cx="149040" cy="15012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19" name="双波形 261"/>
            <p:cNvSpPr/>
            <p:nvPr/>
          </p:nvSpPr>
          <p:spPr>
            <a:xfrm>
              <a:off x="2655360" y="4943880"/>
              <a:ext cx="75600" cy="56520"/>
            </a:xfrm>
            <a:prstGeom prst="doubleWave">
              <a:avLst>
                <a:gd name="adj1" fmla="val 6250"/>
                <a:gd name="adj2" fmla="val 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2160" bIns="-216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20" name="斜纹 262"/>
            <p:cNvSpPr/>
            <p:nvPr/>
          </p:nvSpPr>
          <p:spPr>
            <a:xfrm flipH="1" rot="1800000">
              <a:off x="2798640" y="4956480"/>
              <a:ext cx="30600" cy="43560"/>
            </a:xfrm>
            <a:prstGeom prst="diagStripe">
              <a:avLst>
                <a:gd name="adj" fmla="val 50000"/>
              </a:avLst>
            </a:prstGeom>
            <a:noFill/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12240" bIns="-1224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cxnSp>
          <p:nvCxnSpPr>
            <p:cNvPr id="521" name="直接连接符 263"/>
            <p:cNvCxnSpPr/>
            <p:nvPr/>
          </p:nvCxnSpPr>
          <p:spPr>
            <a:xfrm>
              <a:off x="2822040" y="4994640"/>
              <a:ext cx="3960" cy="5004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cxnSp>
          <p:nvCxnSpPr>
            <p:cNvPr id="522" name="直接连接符 264"/>
            <p:cNvCxnSpPr/>
            <p:nvPr/>
          </p:nvCxnSpPr>
          <p:spPr>
            <a:xfrm flipH="1">
              <a:off x="2572560" y="4987440"/>
              <a:ext cx="4680" cy="4968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cxnSp>
          <p:nvCxnSpPr>
            <p:cNvPr id="523" name="直接连接符 265"/>
            <p:cNvCxnSpPr/>
            <p:nvPr/>
          </p:nvCxnSpPr>
          <p:spPr>
            <a:xfrm flipH="1">
              <a:off x="2583000" y="4960440"/>
              <a:ext cx="3240" cy="2304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cxnSp>
          <p:nvCxnSpPr>
            <p:cNvPr id="524" name="直接连接符 266"/>
            <p:cNvCxnSpPr/>
            <p:nvPr/>
          </p:nvCxnSpPr>
          <p:spPr>
            <a:xfrm flipH="1">
              <a:off x="2576880" y="4960440"/>
              <a:ext cx="3240" cy="2304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cxnSp>
          <p:nvCxnSpPr>
            <p:cNvPr id="525" name="直接连接符 267"/>
            <p:cNvCxnSpPr/>
            <p:nvPr/>
          </p:nvCxnSpPr>
          <p:spPr>
            <a:xfrm flipH="1">
              <a:off x="2569680" y="4960440"/>
              <a:ext cx="3240" cy="2304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sp>
          <p:nvSpPr>
            <p:cNvPr id="526" name="椭圆 268"/>
            <p:cNvSpPr/>
            <p:nvPr/>
          </p:nvSpPr>
          <p:spPr>
            <a:xfrm>
              <a:off x="2784960" y="4847040"/>
              <a:ext cx="51480" cy="5184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8280" bIns="-828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27" name="矩形 269"/>
            <p:cNvSpPr/>
            <p:nvPr/>
          </p:nvSpPr>
          <p:spPr>
            <a:xfrm>
              <a:off x="1806120" y="5281560"/>
              <a:ext cx="501840" cy="302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28" name="十角星 270"/>
            <p:cNvSpPr/>
            <p:nvPr/>
          </p:nvSpPr>
          <p:spPr>
            <a:xfrm>
              <a:off x="2074320" y="4474800"/>
              <a:ext cx="30600" cy="33840"/>
            </a:xfrm>
            <a:prstGeom prst="star10">
              <a:avLst>
                <a:gd name="adj" fmla="val 42533"/>
                <a:gd name="hf" fmla="val 105146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27720" bIns="-277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29" name="太阳形 271"/>
            <p:cNvSpPr/>
            <p:nvPr/>
          </p:nvSpPr>
          <p:spPr>
            <a:xfrm>
              <a:off x="2591280" y="3912480"/>
              <a:ext cx="50040" cy="51480"/>
            </a:xfrm>
            <a:prstGeom prst="sun">
              <a:avLst>
                <a:gd name="adj" fmla="val 25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26640" bIns="-2664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cxnSp>
          <p:nvCxnSpPr>
            <p:cNvPr id="530" name="直接连接符 272"/>
            <p:cNvCxnSpPr/>
            <p:nvPr/>
          </p:nvCxnSpPr>
          <p:spPr>
            <a:xfrm>
              <a:off x="2094480" y="5445360"/>
              <a:ext cx="1080" cy="309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31" name="直接连接符 273"/>
            <p:cNvCxnSpPr/>
            <p:nvPr/>
          </p:nvCxnSpPr>
          <p:spPr>
            <a:xfrm flipV="1">
              <a:off x="2081520" y="5443560"/>
              <a:ext cx="14040" cy="147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32" name="直接连接符 274"/>
            <p:cNvCxnSpPr/>
            <p:nvPr/>
          </p:nvCxnSpPr>
          <p:spPr>
            <a:xfrm flipV="1">
              <a:off x="2081160" y="5475960"/>
              <a:ext cx="14400" cy="208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33" name="直接连接符 275"/>
            <p:cNvCxnSpPr/>
            <p:nvPr/>
          </p:nvCxnSpPr>
          <p:spPr>
            <a:xfrm>
              <a:off x="2096280" y="5443560"/>
              <a:ext cx="30600" cy="126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34" name="直接连接符 276"/>
            <p:cNvCxnSpPr/>
            <p:nvPr/>
          </p:nvCxnSpPr>
          <p:spPr>
            <a:xfrm>
              <a:off x="2097360" y="5475960"/>
              <a:ext cx="16560" cy="180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35" name="直接连接符 277"/>
            <p:cNvCxnSpPr/>
            <p:nvPr/>
          </p:nvCxnSpPr>
          <p:spPr>
            <a:xfrm flipH="1" flipV="1">
              <a:off x="2074680" y="5439600"/>
              <a:ext cx="6840" cy="165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36" name="直接连接符 278"/>
            <p:cNvCxnSpPr/>
            <p:nvPr/>
          </p:nvCxnSpPr>
          <p:spPr>
            <a:xfrm flipH="1" flipV="1">
              <a:off x="2067480" y="5438880"/>
              <a:ext cx="7560" cy="39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37" name="直接连接符 279"/>
            <p:cNvCxnSpPr/>
            <p:nvPr/>
          </p:nvCxnSpPr>
          <p:spPr>
            <a:xfrm flipV="1">
              <a:off x="2074680" y="5431680"/>
              <a:ext cx="360" cy="75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38" name="直接连接符 280"/>
            <p:cNvCxnSpPr/>
            <p:nvPr/>
          </p:nvCxnSpPr>
          <p:spPr>
            <a:xfrm flipH="1">
              <a:off x="1962000" y="5305320"/>
              <a:ext cx="40680" cy="1926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39" name="直接连接符 281"/>
            <p:cNvCxnSpPr/>
            <p:nvPr/>
          </p:nvCxnSpPr>
          <p:spPr>
            <a:xfrm flipH="1">
              <a:off x="2026440" y="5315040"/>
              <a:ext cx="37440" cy="1821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40" name="直接连接符 282"/>
            <p:cNvCxnSpPr/>
            <p:nvPr/>
          </p:nvCxnSpPr>
          <p:spPr>
            <a:xfrm flipH="1" flipV="1">
              <a:off x="2002320" y="5303160"/>
              <a:ext cx="62280" cy="115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41" name="直接连接符 283"/>
            <p:cNvCxnSpPr/>
            <p:nvPr/>
          </p:nvCxnSpPr>
          <p:spPr>
            <a:xfrm flipH="1" flipV="1">
              <a:off x="2005200" y="5333400"/>
              <a:ext cx="1728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542" name="直接连接符 284"/>
            <p:cNvCxnSpPr/>
            <p:nvPr/>
          </p:nvCxnSpPr>
          <p:spPr>
            <a:xfrm flipH="1" flipV="1">
              <a:off x="2031120" y="5343480"/>
              <a:ext cx="1728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543" name="直接连接符 285"/>
            <p:cNvCxnSpPr/>
            <p:nvPr/>
          </p:nvCxnSpPr>
          <p:spPr>
            <a:xfrm flipH="1" flipV="1">
              <a:off x="2002320" y="5348160"/>
              <a:ext cx="1728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544" name="直接连接符 286"/>
            <p:cNvCxnSpPr/>
            <p:nvPr/>
          </p:nvCxnSpPr>
          <p:spPr>
            <a:xfrm flipH="1" flipV="1">
              <a:off x="2035080" y="5329440"/>
              <a:ext cx="1728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545" name="直接连接符 287"/>
            <p:cNvCxnSpPr/>
            <p:nvPr/>
          </p:nvCxnSpPr>
          <p:spPr>
            <a:xfrm flipH="1" flipV="1">
              <a:off x="2025000" y="5359320"/>
              <a:ext cx="1692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546" name="直接连接符 288"/>
            <p:cNvCxnSpPr/>
            <p:nvPr/>
          </p:nvCxnSpPr>
          <p:spPr>
            <a:xfrm flipH="1" flipV="1">
              <a:off x="2013480" y="5325120"/>
              <a:ext cx="1728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547" name="直接连接符 289"/>
            <p:cNvCxnSpPr/>
            <p:nvPr/>
          </p:nvCxnSpPr>
          <p:spPr>
            <a:xfrm flipH="1" flipV="1">
              <a:off x="1997280" y="5371200"/>
              <a:ext cx="1728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548" name="直接连接符 290"/>
            <p:cNvCxnSpPr/>
            <p:nvPr/>
          </p:nvCxnSpPr>
          <p:spPr>
            <a:xfrm flipH="1" flipV="1">
              <a:off x="2018520" y="5381640"/>
              <a:ext cx="1728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549" name="直接连接符 291"/>
            <p:cNvCxnSpPr/>
            <p:nvPr/>
          </p:nvCxnSpPr>
          <p:spPr>
            <a:xfrm flipH="1" flipV="1">
              <a:off x="1991160" y="5391720"/>
              <a:ext cx="1728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550" name="直接连接符 292"/>
            <p:cNvCxnSpPr/>
            <p:nvPr/>
          </p:nvCxnSpPr>
          <p:spPr>
            <a:xfrm flipH="1" flipV="1">
              <a:off x="2018520" y="5400720"/>
              <a:ext cx="1728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551" name="直接连接符 293"/>
            <p:cNvCxnSpPr/>
            <p:nvPr/>
          </p:nvCxnSpPr>
          <p:spPr>
            <a:xfrm flipH="1" flipV="1">
              <a:off x="1861560" y="5511600"/>
              <a:ext cx="364680" cy="14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552" name="矩形 294"/>
            <p:cNvSpPr/>
            <p:nvPr/>
          </p:nvSpPr>
          <p:spPr>
            <a:xfrm>
              <a:off x="2433240" y="527976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53" name="十角星 295"/>
            <p:cNvSpPr/>
            <p:nvPr/>
          </p:nvSpPr>
          <p:spPr>
            <a:xfrm>
              <a:off x="2670840" y="5314680"/>
              <a:ext cx="30600" cy="33840"/>
            </a:xfrm>
            <a:prstGeom prst="star10">
              <a:avLst>
                <a:gd name="adj" fmla="val 42533"/>
                <a:gd name="hf" fmla="val 105146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27720" bIns="-277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cxnSp>
          <p:nvCxnSpPr>
            <p:cNvPr id="554" name="直接连接符 296"/>
            <p:cNvCxnSpPr/>
            <p:nvPr/>
          </p:nvCxnSpPr>
          <p:spPr>
            <a:xfrm flipV="1">
              <a:off x="2687760" y="5528520"/>
              <a:ext cx="360" cy="468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555" name="等腰三角形 297"/>
            <p:cNvSpPr/>
            <p:nvPr/>
          </p:nvSpPr>
          <p:spPr>
            <a:xfrm>
              <a:off x="2638440" y="5355360"/>
              <a:ext cx="95040" cy="172800"/>
            </a:xfrm>
            <a:prstGeom prst="triangle">
              <a:avLst>
                <a:gd name="adj" fmla="val 50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1760" bIns="4176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56" name="文本框 298"/>
            <p:cNvSpPr/>
            <p:nvPr/>
          </p:nvSpPr>
          <p:spPr>
            <a:xfrm>
              <a:off x="2655720" y="535608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7" name="文本框 299"/>
            <p:cNvSpPr/>
            <p:nvPr/>
          </p:nvSpPr>
          <p:spPr>
            <a:xfrm>
              <a:off x="2633760" y="538344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8" name="文本框 300"/>
            <p:cNvSpPr/>
            <p:nvPr/>
          </p:nvSpPr>
          <p:spPr>
            <a:xfrm>
              <a:off x="2624760" y="526068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9" name="文本框 301"/>
            <p:cNvSpPr/>
            <p:nvPr/>
          </p:nvSpPr>
          <p:spPr>
            <a:xfrm>
              <a:off x="2612520" y="522000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0" name="文本框 302"/>
            <p:cNvSpPr/>
            <p:nvPr/>
          </p:nvSpPr>
          <p:spPr>
            <a:xfrm>
              <a:off x="2628360" y="523764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1" name="椭圆 303"/>
            <p:cNvSpPr/>
            <p:nvPr/>
          </p:nvSpPr>
          <p:spPr>
            <a:xfrm>
              <a:off x="2026800" y="4041720"/>
              <a:ext cx="51480" cy="5184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8280" bIns="-828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62" name="椭圆 304"/>
            <p:cNvSpPr/>
            <p:nvPr/>
          </p:nvSpPr>
          <p:spPr>
            <a:xfrm>
              <a:off x="2088360" y="3951720"/>
              <a:ext cx="81720" cy="8064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12600" bIns="126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63" name="椭圆 305"/>
            <p:cNvSpPr/>
            <p:nvPr/>
          </p:nvSpPr>
          <p:spPr>
            <a:xfrm>
              <a:off x="1949400" y="3979440"/>
              <a:ext cx="81720" cy="8064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12600" bIns="126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grpSp>
        <p:nvGrpSpPr>
          <p:cNvPr id="564" name="组合 306"/>
          <p:cNvGrpSpPr/>
          <p:nvPr/>
        </p:nvGrpSpPr>
        <p:grpSpPr>
          <a:xfrm>
            <a:off x="1596240" y="1133640"/>
            <a:ext cx="1531800" cy="2189160"/>
            <a:chOff x="1596240" y="1133640"/>
            <a:chExt cx="1531800" cy="2189160"/>
          </a:xfrm>
        </p:grpSpPr>
        <p:sp>
          <p:nvSpPr>
            <p:cNvPr id="565" name="矩形 307"/>
            <p:cNvSpPr/>
            <p:nvPr/>
          </p:nvSpPr>
          <p:spPr>
            <a:xfrm>
              <a:off x="1596240" y="1133640"/>
              <a:ext cx="1531800" cy="21891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endParaRPr>
            </a:p>
          </p:txBody>
        </p:sp>
        <p:sp>
          <p:nvSpPr>
            <p:cNvPr id="566" name="矩形 308"/>
            <p:cNvSpPr/>
            <p:nvPr/>
          </p:nvSpPr>
          <p:spPr>
            <a:xfrm>
              <a:off x="1803240" y="130860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67" name="矩形 309"/>
            <p:cNvSpPr/>
            <p:nvPr/>
          </p:nvSpPr>
          <p:spPr>
            <a:xfrm>
              <a:off x="2427840" y="130860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68" name="文本框 310"/>
            <p:cNvSpPr/>
            <p:nvPr/>
          </p:nvSpPr>
          <p:spPr>
            <a:xfrm>
              <a:off x="2701800" y="1360440"/>
              <a:ext cx="11484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HK" sz="800" spc="-1" strike="noStrike">
                  <a:solidFill>
                    <a:schemeClr val="dk1"/>
                  </a:solidFill>
                  <a:latin typeface="Calibri"/>
                </a:rPr>
                <a:t>😊</a:t>
              </a:r>
              <a:endParaRPr b="0" lang="en-HK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569" name="直接连接符 311"/>
            <p:cNvCxnSpPr/>
            <p:nvPr/>
          </p:nvCxnSpPr>
          <p:spPr>
            <a:xfrm>
              <a:off x="2544480" y="1344960"/>
              <a:ext cx="109080" cy="1947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70" name="直接连接符 312"/>
            <p:cNvCxnSpPr/>
            <p:nvPr/>
          </p:nvCxnSpPr>
          <p:spPr>
            <a:xfrm flipV="1">
              <a:off x="2454840" y="1344960"/>
              <a:ext cx="90360" cy="1947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71" name="直接连接符 313"/>
            <p:cNvCxnSpPr/>
            <p:nvPr/>
          </p:nvCxnSpPr>
          <p:spPr>
            <a:xfrm flipV="1">
              <a:off x="2635920" y="1372680"/>
              <a:ext cx="64440" cy="1396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72" name="直接连接符 314"/>
            <p:cNvCxnSpPr/>
            <p:nvPr/>
          </p:nvCxnSpPr>
          <p:spPr>
            <a:xfrm>
              <a:off x="2700000" y="1372680"/>
              <a:ext cx="151920" cy="1450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73" name="直接连接符 315"/>
            <p:cNvCxnSpPr/>
            <p:nvPr/>
          </p:nvCxnSpPr>
          <p:spPr>
            <a:xfrm>
              <a:off x="2721240" y="1469880"/>
              <a:ext cx="76680" cy="619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74" name="直接连接符 316"/>
            <p:cNvCxnSpPr/>
            <p:nvPr/>
          </p:nvCxnSpPr>
          <p:spPr>
            <a:xfrm flipV="1">
              <a:off x="2547720" y="1469880"/>
              <a:ext cx="173880" cy="856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575" name="矩形 317"/>
            <p:cNvSpPr/>
            <p:nvPr/>
          </p:nvSpPr>
          <p:spPr>
            <a:xfrm>
              <a:off x="1803240" y="176868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76" name="矩形 318"/>
            <p:cNvSpPr/>
            <p:nvPr/>
          </p:nvSpPr>
          <p:spPr>
            <a:xfrm>
              <a:off x="1969920" y="1960200"/>
              <a:ext cx="162360" cy="90000"/>
            </a:xfrm>
            <a:prstGeom prst="rect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77" name="矩形 319"/>
            <p:cNvSpPr/>
            <p:nvPr/>
          </p:nvSpPr>
          <p:spPr>
            <a:xfrm>
              <a:off x="2132640" y="2013480"/>
              <a:ext cx="133200" cy="36720"/>
            </a:xfrm>
            <a:prstGeom prst="rect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-7920" bIns="-79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78" name="矩形 320"/>
            <p:cNvSpPr/>
            <p:nvPr/>
          </p:nvSpPr>
          <p:spPr>
            <a:xfrm>
              <a:off x="1836360" y="1990440"/>
              <a:ext cx="133200" cy="59760"/>
            </a:xfrm>
            <a:prstGeom prst="rect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15120" bIns="151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79" name="矩形 321"/>
            <p:cNvSpPr/>
            <p:nvPr/>
          </p:nvSpPr>
          <p:spPr>
            <a:xfrm>
              <a:off x="2428200" y="176868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cxnSp>
          <p:nvCxnSpPr>
            <p:cNvPr id="580" name="直接连接符 322"/>
            <p:cNvCxnSpPr/>
            <p:nvPr/>
          </p:nvCxnSpPr>
          <p:spPr>
            <a:xfrm flipH="1">
              <a:off x="2760120" y="1900440"/>
              <a:ext cx="6480" cy="572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81" name="直接连接符 323"/>
            <p:cNvCxnSpPr/>
            <p:nvPr/>
          </p:nvCxnSpPr>
          <p:spPr>
            <a:xfrm flipV="1">
              <a:off x="2694960" y="1900080"/>
              <a:ext cx="72000" cy="468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82" name="直接连接符 324"/>
            <p:cNvCxnSpPr/>
            <p:nvPr/>
          </p:nvCxnSpPr>
          <p:spPr>
            <a:xfrm flipV="1">
              <a:off x="2709000" y="1997280"/>
              <a:ext cx="55440" cy="428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83" name="直接连接符 325"/>
            <p:cNvCxnSpPr/>
            <p:nvPr/>
          </p:nvCxnSpPr>
          <p:spPr>
            <a:xfrm>
              <a:off x="2766240" y="1899000"/>
              <a:ext cx="49680" cy="507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84" name="直接连接符 326"/>
            <p:cNvCxnSpPr/>
            <p:nvPr/>
          </p:nvCxnSpPr>
          <p:spPr>
            <a:xfrm>
              <a:off x="2764080" y="1997280"/>
              <a:ext cx="64080" cy="399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85" name="直接连接符 327"/>
            <p:cNvCxnSpPr/>
            <p:nvPr/>
          </p:nvCxnSpPr>
          <p:spPr>
            <a:xfrm>
              <a:off x="2760120" y="1954440"/>
              <a:ext cx="5760" cy="406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86" name="直接连接符 328"/>
            <p:cNvCxnSpPr/>
            <p:nvPr/>
          </p:nvCxnSpPr>
          <p:spPr>
            <a:xfrm>
              <a:off x="2619000" y="1897200"/>
              <a:ext cx="12240" cy="565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87" name="直接连接符 329"/>
            <p:cNvCxnSpPr/>
            <p:nvPr/>
          </p:nvCxnSpPr>
          <p:spPr>
            <a:xfrm flipV="1">
              <a:off x="2563560" y="1900440"/>
              <a:ext cx="57600" cy="432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88" name="直接连接符 330"/>
            <p:cNvCxnSpPr/>
            <p:nvPr/>
          </p:nvCxnSpPr>
          <p:spPr>
            <a:xfrm flipV="1">
              <a:off x="2563560" y="1997640"/>
              <a:ext cx="55440" cy="432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89" name="直接连接符 331"/>
            <p:cNvCxnSpPr/>
            <p:nvPr/>
          </p:nvCxnSpPr>
          <p:spPr>
            <a:xfrm>
              <a:off x="2620800" y="1899360"/>
              <a:ext cx="77040" cy="482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90" name="直接连接符 332"/>
            <p:cNvCxnSpPr/>
            <p:nvPr/>
          </p:nvCxnSpPr>
          <p:spPr>
            <a:xfrm>
              <a:off x="2618640" y="1997640"/>
              <a:ext cx="64080" cy="403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91" name="直接连接符 333"/>
            <p:cNvCxnSpPr/>
            <p:nvPr/>
          </p:nvCxnSpPr>
          <p:spPr>
            <a:xfrm flipH="1">
              <a:off x="2620080" y="1950120"/>
              <a:ext cx="11520" cy="457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592" name="矩形 334"/>
            <p:cNvSpPr/>
            <p:nvPr/>
          </p:nvSpPr>
          <p:spPr>
            <a:xfrm>
              <a:off x="2635920" y="1855080"/>
              <a:ext cx="67680" cy="518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7200" bIns="72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93" name="矩形 335"/>
            <p:cNvSpPr/>
            <p:nvPr/>
          </p:nvSpPr>
          <p:spPr>
            <a:xfrm>
              <a:off x="1803240" y="224352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94" name="文本框 336"/>
            <p:cNvSpPr/>
            <p:nvPr/>
          </p:nvSpPr>
          <p:spPr>
            <a:xfrm>
              <a:off x="1967760" y="2300040"/>
              <a:ext cx="1663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cxnSp>
          <p:nvCxnSpPr>
            <p:cNvPr id="595" name="直接连接符 337"/>
            <p:cNvCxnSpPr/>
            <p:nvPr/>
          </p:nvCxnSpPr>
          <p:spPr>
            <a:xfrm flipV="1">
              <a:off x="2083680" y="2305440"/>
              <a:ext cx="41040" cy="500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96" name="直接连接符 338"/>
            <p:cNvCxnSpPr/>
            <p:nvPr/>
          </p:nvCxnSpPr>
          <p:spPr>
            <a:xfrm flipH="1" flipV="1">
              <a:off x="1974240" y="2302200"/>
              <a:ext cx="34200" cy="486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97" name="直接连接符 339"/>
            <p:cNvCxnSpPr/>
            <p:nvPr/>
          </p:nvCxnSpPr>
          <p:spPr>
            <a:xfrm flipH="1" flipV="1">
              <a:off x="2049480" y="2280960"/>
              <a:ext cx="14400" cy="399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98" name="直接连接符 340"/>
            <p:cNvCxnSpPr/>
            <p:nvPr/>
          </p:nvCxnSpPr>
          <p:spPr>
            <a:xfrm flipV="1">
              <a:off x="2033280" y="2281320"/>
              <a:ext cx="16560" cy="403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99" name="直接连接符 341"/>
            <p:cNvCxnSpPr/>
            <p:nvPr/>
          </p:nvCxnSpPr>
          <p:spPr>
            <a:xfrm>
              <a:off x="2015280" y="2293200"/>
              <a:ext cx="17640" cy="252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00" name="直接连接符 342"/>
            <p:cNvCxnSpPr/>
            <p:nvPr/>
          </p:nvCxnSpPr>
          <p:spPr>
            <a:xfrm flipV="1">
              <a:off x="2063520" y="2293200"/>
              <a:ext cx="20160" cy="252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01" name="直接连接符 343"/>
            <p:cNvCxnSpPr/>
            <p:nvPr/>
          </p:nvCxnSpPr>
          <p:spPr>
            <a:xfrm>
              <a:off x="2083680" y="2293200"/>
              <a:ext cx="1440" cy="255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02" name="直接连接符 344"/>
            <p:cNvCxnSpPr/>
            <p:nvPr/>
          </p:nvCxnSpPr>
          <p:spPr>
            <a:xfrm flipV="1">
              <a:off x="2084400" y="2302920"/>
              <a:ext cx="36720" cy="187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03" name="直接连接符 345"/>
            <p:cNvCxnSpPr/>
            <p:nvPr/>
          </p:nvCxnSpPr>
          <p:spPr>
            <a:xfrm flipV="1">
              <a:off x="2011320" y="2296080"/>
              <a:ext cx="4320" cy="234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04" name="直接连接符 346"/>
            <p:cNvCxnSpPr/>
            <p:nvPr/>
          </p:nvCxnSpPr>
          <p:spPr>
            <a:xfrm>
              <a:off x="1977480" y="2300040"/>
              <a:ext cx="31320" cy="216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605" name="矩形 347"/>
            <p:cNvSpPr/>
            <p:nvPr/>
          </p:nvSpPr>
          <p:spPr>
            <a:xfrm>
              <a:off x="1981800" y="2497680"/>
              <a:ext cx="133200" cy="36720"/>
            </a:xfrm>
            <a:prstGeom prst="rect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-7920" bIns="-79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cxnSp>
          <p:nvCxnSpPr>
            <p:cNvPr id="606" name="直接连接符 348"/>
            <p:cNvCxnSpPr/>
            <p:nvPr/>
          </p:nvCxnSpPr>
          <p:spPr>
            <a:xfrm>
              <a:off x="2048400" y="2355120"/>
              <a:ext cx="3240" cy="1281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07" name="直接连接符 349"/>
            <p:cNvCxnSpPr/>
            <p:nvPr/>
          </p:nvCxnSpPr>
          <p:spPr>
            <a:xfrm flipV="1">
              <a:off x="2055240" y="2438280"/>
              <a:ext cx="5400" cy="11520"/>
            </a:xfrm>
            <a:prstGeom prst="straightConnector1">
              <a:avLst/>
            </a:prstGeom>
            <a:ln>
              <a:solidFill>
                <a:srgbClr val="ed7d31"/>
              </a:solidFill>
            </a:ln>
          </p:spPr>
        </p:cxnSp>
        <p:cxnSp>
          <p:nvCxnSpPr>
            <p:cNvPr id="608" name="直接连接符 350"/>
            <p:cNvCxnSpPr/>
            <p:nvPr/>
          </p:nvCxnSpPr>
          <p:spPr>
            <a:xfrm flipH="1" flipV="1">
              <a:off x="2048400" y="2438280"/>
              <a:ext cx="2520" cy="9720"/>
            </a:xfrm>
            <a:prstGeom prst="straightConnector1">
              <a:avLst/>
            </a:prstGeom>
            <a:ln>
              <a:solidFill>
                <a:srgbClr val="ed7d31"/>
              </a:solidFill>
            </a:ln>
          </p:spPr>
        </p:cxnSp>
        <p:cxnSp>
          <p:nvCxnSpPr>
            <p:cNvPr id="609" name="直接连接符 351"/>
            <p:cNvCxnSpPr/>
            <p:nvPr/>
          </p:nvCxnSpPr>
          <p:spPr>
            <a:xfrm flipH="1" flipV="1">
              <a:off x="2040480" y="2439360"/>
              <a:ext cx="2520" cy="9720"/>
            </a:xfrm>
            <a:prstGeom prst="straightConnector1">
              <a:avLst/>
            </a:prstGeom>
            <a:ln>
              <a:solidFill>
                <a:srgbClr val="ed7d31"/>
              </a:solidFill>
            </a:ln>
          </p:spPr>
        </p:cxnSp>
        <p:sp>
          <p:nvSpPr>
            <p:cNvPr id="610" name="矩形 352"/>
            <p:cNvSpPr/>
            <p:nvPr/>
          </p:nvSpPr>
          <p:spPr>
            <a:xfrm>
              <a:off x="2428200" y="224352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11" name="椭圆 353"/>
            <p:cNvSpPr/>
            <p:nvPr/>
          </p:nvSpPr>
          <p:spPr>
            <a:xfrm>
              <a:off x="2612880" y="2329200"/>
              <a:ext cx="149040" cy="15012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12" name="双波形 354"/>
            <p:cNvSpPr/>
            <p:nvPr/>
          </p:nvSpPr>
          <p:spPr>
            <a:xfrm>
              <a:off x="2649600" y="2376360"/>
              <a:ext cx="75600" cy="56520"/>
            </a:xfrm>
            <a:prstGeom prst="doubleWave">
              <a:avLst>
                <a:gd name="adj1" fmla="val 6250"/>
                <a:gd name="adj2" fmla="val 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2160" bIns="-216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13" name="斜纹 355"/>
            <p:cNvSpPr/>
            <p:nvPr/>
          </p:nvSpPr>
          <p:spPr>
            <a:xfrm flipH="1" rot="1800000">
              <a:off x="2792880" y="2388960"/>
              <a:ext cx="30600" cy="43560"/>
            </a:xfrm>
            <a:prstGeom prst="diagStripe">
              <a:avLst>
                <a:gd name="adj" fmla="val 50000"/>
              </a:avLst>
            </a:prstGeom>
            <a:noFill/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12240" bIns="-1224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cxnSp>
          <p:nvCxnSpPr>
            <p:cNvPr id="614" name="直接连接符 356"/>
            <p:cNvCxnSpPr/>
            <p:nvPr/>
          </p:nvCxnSpPr>
          <p:spPr>
            <a:xfrm>
              <a:off x="2816280" y="2427480"/>
              <a:ext cx="4320" cy="4968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cxnSp>
          <p:nvCxnSpPr>
            <p:cNvPr id="615" name="直接连接符 357"/>
            <p:cNvCxnSpPr/>
            <p:nvPr/>
          </p:nvCxnSpPr>
          <p:spPr>
            <a:xfrm flipH="1">
              <a:off x="2566800" y="2420280"/>
              <a:ext cx="4680" cy="4968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cxnSp>
          <p:nvCxnSpPr>
            <p:cNvPr id="616" name="直接连接符 358"/>
            <p:cNvCxnSpPr/>
            <p:nvPr/>
          </p:nvCxnSpPr>
          <p:spPr>
            <a:xfrm flipH="1">
              <a:off x="2577600" y="2393280"/>
              <a:ext cx="2880" cy="2268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cxnSp>
          <p:nvCxnSpPr>
            <p:cNvPr id="617" name="直接连接符 359"/>
            <p:cNvCxnSpPr/>
            <p:nvPr/>
          </p:nvCxnSpPr>
          <p:spPr>
            <a:xfrm flipH="1">
              <a:off x="2571120" y="2393280"/>
              <a:ext cx="3240" cy="2268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cxnSp>
          <p:nvCxnSpPr>
            <p:cNvPr id="618" name="直接连接符 360"/>
            <p:cNvCxnSpPr/>
            <p:nvPr/>
          </p:nvCxnSpPr>
          <p:spPr>
            <a:xfrm flipH="1">
              <a:off x="2563920" y="2393280"/>
              <a:ext cx="3240" cy="2268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sp>
          <p:nvSpPr>
            <p:cNvPr id="619" name="椭圆 361"/>
            <p:cNvSpPr/>
            <p:nvPr/>
          </p:nvSpPr>
          <p:spPr>
            <a:xfrm>
              <a:off x="2779200" y="2279880"/>
              <a:ext cx="51480" cy="5184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8280" bIns="-828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20" name="矩形 362"/>
            <p:cNvSpPr/>
            <p:nvPr/>
          </p:nvSpPr>
          <p:spPr>
            <a:xfrm>
              <a:off x="1800360" y="2714040"/>
              <a:ext cx="501840" cy="302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21" name="十角星 363"/>
            <p:cNvSpPr/>
            <p:nvPr/>
          </p:nvSpPr>
          <p:spPr>
            <a:xfrm>
              <a:off x="2068920" y="1907640"/>
              <a:ext cx="30600" cy="33840"/>
            </a:xfrm>
            <a:prstGeom prst="star10">
              <a:avLst>
                <a:gd name="adj" fmla="val 42533"/>
                <a:gd name="hf" fmla="val 105146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27720" bIns="-277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22" name="太阳形 364"/>
            <p:cNvSpPr/>
            <p:nvPr/>
          </p:nvSpPr>
          <p:spPr>
            <a:xfrm>
              <a:off x="2585520" y="1345320"/>
              <a:ext cx="50040" cy="51480"/>
            </a:xfrm>
            <a:prstGeom prst="sun">
              <a:avLst>
                <a:gd name="adj" fmla="val 25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26640" bIns="-2664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cxnSp>
          <p:nvCxnSpPr>
            <p:cNvPr id="623" name="直接连接符 365"/>
            <p:cNvCxnSpPr/>
            <p:nvPr/>
          </p:nvCxnSpPr>
          <p:spPr>
            <a:xfrm>
              <a:off x="2088720" y="2877840"/>
              <a:ext cx="1080" cy="313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24" name="直接连接符 366"/>
            <p:cNvCxnSpPr/>
            <p:nvPr/>
          </p:nvCxnSpPr>
          <p:spPr>
            <a:xfrm flipV="1">
              <a:off x="2075760" y="2876400"/>
              <a:ext cx="14040" cy="147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25" name="直接连接符 367"/>
            <p:cNvCxnSpPr/>
            <p:nvPr/>
          </p:nvCxnSpPr>
          <p:spPr>
            <a:xfrm flipV="1">
              <a:off x="2075400" y="2908800"/>
              <a:ext cx="14400" cy="205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26" name="直接连接符 368"/>
            <p:cNvCxnSpPr/>
            <p:nvPr/>
          </p:nvCxnSpPr>
          <p:spPr>
            <a:xfrm>
              <a:off x="2090520" y="2876400"/>
              <a:ext cx="30600" cy="126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27" name="直接连接符 369"/>
            <p:cNvCxnSpPr/>
            <p:nvPr/>
          </p:nvCxnSpPr>
          <p:spPr>
            <a:xfrm>
              <a:off x="2091600" y="2908800"/>
              <a:ext cx="16560" cy="176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28" name="直接连接符 370"/>
            <p:cNvCxnSpPr/>
            <p:nvPr/>
          </p:nvCxnSpPr>
          <p:spPr>
            <a:xfrm flipH="1" flipV="1">
              <a:off x="2069280" y="2872440"/>
              <a:ext cx="6480" cy="165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29" name="直接连接符 371"/>
            <p:cNvCxnSpPr/>
            <p:nvPr/>
          </p:nvCxnSpPr>
          <p:spPr>
            <a:xfrm flipH="1" flipV="1">
              <a:off x="2061720" y="2871720"/>
              <a:ext cx="7920" cy="36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30" name="直接连接符 372"/>
            <p:cNvCxnSpPr/>
            <p:nvPr/>
          </p:nvCxnSpPr>
          <p:spPr>
            <a:xfrm flipV="1">
              <a:off x="2069280" y="2864520"/>
              <a:ext cx="360" cy="75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31" name="直接连接符 373"/>
            <p:cNvCxnSpPr/>
            <p:nvPr/>
          </p:nvCxnSpPr>
          <p:spPr>
            <a:xfrm flipH="1">
              <a:off x="1956240" y="2738160"/>
              <a:ext cx="40680" cy="1922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32" name="直接连接符 374"/>
            <p:cNvCxnSpPr/>
            <p:nvPr/>
          </p:nvCxnSpPr>
          <p:spPr>
            <a:xfrm flipH="1">
              <a:off x="2020680" y="2747520"/>
              <a:ext cx="37440" cy="1825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33" name="直接连接符 375"/>
            <p:cNvCxnSpPr/>
            <p:nvPr/>
          </p:nvCxnSpPr>
          <p:spPr>
            <a:xfrm flipH="1" flipV="1">
              <a:off x="1996560" y="2735640"/>
              <a:ext cx="62280" cy="118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34" name="直接连接符 376"/>
            <p:cNvCxnSpPr/>
            <p:nvPr/>
          </p:nvCxnSpPr>
          <p:spPr>
            <a:xfrm flipH="1" flipV="1">
              <a:off x="1999440" y="2766240"/>
              <a:ext cx="1728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635" name="直接连接符 377"/>
            <p:cNvCxnSpPr/>
            <p:nvPr/>
          </p:nvCxnSpPr>
          <p:spPr>
            <a:xfrm flipH="1" flipV="1">
              <a:off x="2025360" y="2776320"/>
              <a:ext cx="1728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636" name="直接连接符 378"/>
            <p:cNvCxnSpPr/>
            <p:nvPr/>
          </p:nvCxnSpPr>
          <p:spPr>
            <a:xfrm flipH="1" flipV="1">
              <a:off x="1996560" y="2780640"/>
              <a:ext cx="1728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637" name="直接连接符 379"/>
            <p:cNvCxnSpPr/>
            <p:nvPr/>
          </p:nvCxnSpPr>
          <p:spPr>
            <a:xfrm flipH="1" flipV="1">
              <a:off x="2029320" y="2762280"/>
              <a:ext cx="1728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638" name="直接连接符 380"/>
            <p:cNvCxnSpPr/>
            <p:nvPr/>
          </p:nvCxnSpPr>
          <p:spPr>
            <a:xfrm flipH="1" flipV="1">
              <a:off x="2019240" y="2791800"/>
              <a:ext cx="1728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639" name="直接连接符 381"/>
            <p:cNvCxnSpPr/>
            <p:nvPr/>
          </p:nvCxnSpPr>
          <p:spPr>
            <a:xfrm flipH="1" flipV="1">
              <a:off x="2008080" y="2757600"/>
              <a:ext cx="1692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640" name="直接连接符 382"/>
            <p:cNvCxnSpPr/>
            <p:nvPr/>
          </p:nvCxnSpPr>
          <p:spPr>
            <a:xfrm flipH="1" flipV="1">
              <a:off x="1991520" y="2803680"/>
              <a:ext cx="1728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641" name="直接连接符 383"/>
            <p:cNvCxnSpPr/>
            <p:nvPr/>
          </p:nvCxnSpPr>
          <p:spPr>
            <a:xfrm flipH="1" flipV="1">
              <a:off x="2013120" y="2814480"/>
              <a:ext cx="1692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642" name="直接连接符 384"/>
            <p:cNvCxnSpPr/>
            <p:nvPr/>
          </p:nvCxnSpPr>
          <p:spPr>
            <a:xfrm flipH="1" flipV="1">
              <a:off x="1985400" y="2824560"/>
              <a:ext cx="1728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643" name="直接连接符 385"/>
            <p:cNvCxnSpPr/>
            <p:nvPr/>
          </p:nvCxnSpPr>
          <p:spPr>
            <a:xfrm flipH="1" flipV="1">
              <a:off x="2013120" y="2833560"/>
              <a:ext cx="1692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644" name="直接连接符 386"/>
            <p:cNvCxnSpPr/>
            <p:nvPr/>
          </p:nvCxnSpPr>
          <p:spPr>
            <a:xfrm flipH="1" flipV="1">
              <a:off x="1855800" y="2944080"/>
              <a:ext cx="364680" cy="14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645" name="矩形 387"/>
            <p:cNvSpPr/>
            <p:nvPr/>
          </p:nvSpPr>
          <p:spPr>
            <a:xfrm>
              <a:off x="2427840" y="271224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46" name="十角星 388"/>
            <p:cNvSpPr/>
            <p:nvPr/>
          </p:nvSpPr>
          <p:spPr>
            <a:xfrm>
              <a:off x="2665440" y="2747160"/>
              <a:ext cx="30600" cy="33840"/>
            </a:xfrm>
            <a:prstGeom prst="star10">
              <a:avLst>
                <a:gd name="adj" fmla="val 42533"/>
                <a:gd name="hf" fmla="val 105146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27720" bIns="-277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cxnSp>
          <p:nvCxnSpPr>
            <p:cNvPr id="647" name="直接连接符 389"/>
            <p:cNvCxnSpPr/>
            <p:nvPr/>
          </p:nvCxnSpPr>
          <p:spPr>
            <a:xfrm flipV="1">
              <a:off x="2682000" y="2961000"/>
              <a:ext cx="360" cy="471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648" name="等腰三角形 390"/>
            <p:cNvSpPr/>
            <p:nvPr/>
          </p:nvSpPr>
          <p:spPr>
            <a:xfrm>
              <a:off x="2632680" y="2788200"/>
              <a:ext cx="95040" cy="172800"/>
            </a:xfrm>
            <a:prstGeom prst="triangle">
              <a:avLst>
                <a:gd name="adj" fmla="val 50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1760" bIns="4176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49" name="文本框 391"/>
            <p:cNvSpPr/>
            <p:nvPr/>
          </p:nvSpPr>
          <p:spPr>
            <a:xfrm>
              <a:off x="2649960" y="278892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0" name="文本框 392"/>
            <p:cNvSpPr/>
            <p:nvPr/>
          </p:nvSpPr>
          <p:spPr>
            <a:xfrm>
              <a:off x="2628360" y="281628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1" name="文本框 393"/>
            <p:cNvSpPr/>
            <p:nvPr/>
          </p:nvSpPr>
          <p:spPr>
            <a:xfrm>
              <a:off x="2619360" y="269316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2" name="文本框 394"/>
            <p:cNvSpPr/>
            <p:nvPr/>
          </p:nvSpPr>
          <p:spPr>
            <a:xfrm>
              <a:off x="2606760" y="265284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3" name="文本框 395"/>
            <p:cNvSpPr/>
            <p:nvPr/>
          </p:nvSpPr>
          <p:spPr>
            <a:xfrm>
              <a:off x="2622600" y="267012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4" name="椭圆 396"/>
            <p:cNvSpPr/>
            <p:nvPr/>
          </p:nvSpPr>
          <p:spPr>
            <a:xfrm>
              <a:off x="2021040" y="1474560"/>
              <a:ext cx="51480" cy="5184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8280" bIns="-828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55" name="椭圆 397"/>
            <p:cNvSpPr/>
            <p:nvPr/>
          </p:nvSpPr>
          <p:spPr>
            <a:xfrm>
              <a:off x="2082960" y="1384560"/>
              <a:ext cx="81720" cy="8064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12600" bIns="126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56" name="椭圆 398"/>
            <p:cNvSpPr/>
            <p:nvPr/>
          </p:nvSpPr>
          <p:spPr>
            <a:xfrm>
              <a:off x="1943640" y="1411920"/>
              <a:ext cx="81720" cy="8064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12600" bIns="126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grpSp>
        <p:nvGrpSpPr>
          <p:cNvPr id="657" name="组合 400"/>
          <p:cNvGrpSpPr/>
          <p:nvPr/>
        </p:nvGrpSpPr>
        <p:grpSpPr>
          <a:xfrm>
            <a:off x="3328560" y="3703320"/>
            <a:ext cx="1531800" cy="2189160"/>
            <a:chOff x="3328560" y="3703320"/>
            <a:chExt cx="1531800" cy="2189160"/>
          </a:xfrm>
        </p:grpSpPr>
        <p:sp>
          <p:nvSpPr>
            <p:cNvPr id="658" name="矩形 401"/>
            <p:cNvSpPr/>
            <p:nvPr/>
          </p:nvSpPr>
          <p:spPr>
            <a:xfrm>
              <a:off x="3328560" y="3703320"/>
              <a:ext cx="1531800" cy="21891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endParaRPr>
            </a:p>
          </p:txBody>
        </p:sp>
        <p:sp>
          <p:nvSpPr>
            <p:cNvPr id="659" name="矩形 402"/>
            <p:cNvSpPr/>
            <p:nvPr/>
          </p:nvSpPr>
          <p:spPr>
            <a:xfrm>
              <a:off x="3535200" y="387864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60" name="矩形 403"/>
            <p:cNvSpPr/>
            <p:nvPr/>
          </p:nvSpPr>
          <p:spPr>
            <a:xfrm>
              <a:off x="4159800" y="387864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61" name="文本框 404"/>
            <p:cNvSpPr/>
            <p:nvPr/>
          </p:nvSpPr>
          <p:spPr>
            <a:xfrm>
              <a:off x="4434120" y="3930120"/>
              <a:ext cx="11484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HK" sz="800" spc="-1" strike="noStrike">
                  <a:solidFill>
                    <a:schemeClr val="dk1"/>
                  </a:solidFill>
                  <a:latin typeface="Calibri"/>
                </a:rPr>
                <a:t>😊</a:t>
              </a:r>
              <a:endParaRPr b="0" lang="en-HK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662" name="直接连接符 405"/>
            <p:cNvCxnSpPr/>
            <p:nvPr/>
          </p:nvCxnSpPr>
          <p:spPr>
            <a:xfrm>
              <a:off x="4276440" y="3915000"/>
              <a:ext cx="109440" cy="1947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63" name="直接连接符 406"/>
            <p:cNvCxnSpPr/>
            <p:nvPr/>
          </p:nvCxnSpPr>
          <p:spPr>
            <a:xfrm flipV="1">
              <a:off x="4187160" y="3915000"/>
              <a:ext cx="90360" cy="1947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64" name="直接连接符 407"/>
            <p:cNvCxnSpPr/>
            <p:nvPr/>
          </p:nvCxnSpPr>
          <p:spPr>
            <a:xfrm flipV="1">
              <a:off x="4368240" y="3942360"/>
              <a:ext cx="64440" cy="1396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65" name="直接连接符 408"/>
            <p:cNvCxnSpPr/>
            <p:nvPr/>
          </p:nvCxnSpPr>
          <p:spPr>
            <a:xfrm>
              <a:off x="4432320" y="3942360"/>
              <a:ext cx="151920" cy="1454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66" name="直接连接符 409"/>
            <p:cNvCxnSpPr/>
            <p:nvPr/>
          </p:nvCxnSpPr>
          <p:spPr>
            <a:xfrm>
              <a:off x="4453560" y="4039560"/>
              <a:ext cx="76680" cy="622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67" name="直接连接符 410"/>
            <p:cNvCxnSpPr/>
            <p:nvPr/>
          </p:nvCxnSpPr>
          <p:spPr>
            <a:xfrm flipV="1">
              <a:off x="4280040" y="4039560"/>
              <a:ext cx="173880" cy="856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668" name="矩形 411"/>
            <p:cNvSpPr/>
            <p:nvPr/>
          </p:nvSpPr>
          <p:spPr>
            <a:xfrm>
              <a:off x="3535200" y="433872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69" name="矩形 412"/>
            <p:cNvSpPr/>
            <p:nvPr/>
          </p:nvSpPr>
          <p:spPr>
            <a:xfrm>
              <a:off x="3702240" y="4530240"/>
              <a:ext cx="162360" cy="90000"/>
            </a:xfrm>
            <a:prstGeom prst="rect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70" name="矩形 413"/>
            <p:cNvSpPr/>
            <p:nvPr/>
          </p:nvSpPr>
          <p:spPr>
            <a:xfrm>
              <a:off x="3864960" y="4583520"/>
              <a:ext cx="133200" cy="36720"/>
            </a:xfrm>
            <a:prstGeom prst="rect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-7920" bIns="-79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71" name="矩形 414"/>
            <p:cNvSpPr/>
            <p:nvPr/>
          </p:nvSpPr>
          <p:spPr>
            <a:xfrm>
              <a:off x="3568680" y="4560480"/>
              <a:ext cx="133200" cy="59760"/>
            </a:xfrm>
            <a:prstGeom prst="rect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15120" bIns="151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72" name="矩形 415"/>
            <p:cNvSpPr/>
            <p:nvPr/>
          </p:nvSpPr>
          <p:spPr>
            <a:xfrm>
              <a:off x="4160520" y="433872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cxnSp>
          <p:nvCxnSpPr>
            <p:cNvPr id="673" name="直接连接符 416"/>
            <p:cNvCxnSpPr/>
            <p:nvPr/>
          </p:nvCxnSpPr>
          <p:spPr>
            <a:xfrm flipH="1">
              <a:off x="4492440" y="4470480"/>
              <a:ext cx="6480" cy="568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74" name="直接连接符 417"/>
            <p:cNvCxnSpPr/>
            <p:nvPr/>
          </p:nvCxnSpPr>
          <p:spPr>
            <a:xfrm flipV="1">
              <a:off x="4427280" y="4469760"/>
              <a:ext cx="72000" cy="471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75" name="直接连接符 418"/>
            <p:cNvCxnSpPr/>
            <p:nvPr/>
          </p:nvCxnSpPr>
          <p:spPr>
            <a:xfrm flipV="1">
              <a:off x="4441320" y="4566960"/>
              <a:ext cx="55080" cy="432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76" name="直接连接符 419"/>
            <p:cNvCxnSpPr/>
            <p:nvPr/>
          </p:nvCxnSpPr>
          <p:spPr>
            <a:xfrm>
              <a:off x="4498560" y="4468680"/>
              <a:ext cx="49680" cy="511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77" name="直接连接符 420"/>
            <p:cNvCxnSpPr/>
            <p:nvPr/>
          </p:nvCxnSpPr>
          <p:spPr>
            <a:xfrm>
              <a:off x="4496040" y="4566960"/>
              <a:ext cx="64440" cy="403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78" name="直接连接符 421"/>
            <p:cNvCxnSpPr/>
            <p:nvPr/>
          </p:nvCxnSpPr>
          <p:spPr>
            <a:xfrm>
              <a:off x="4492440" y="4524480"/>
              <a:ext cx="5760" cy="406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79" name="直接连接符 422"/>
            <p:cNvCxnSpPr/>
            <p:nvPr/>
          </p:nvCxnSpPr>
          <p:spPr>
            <a:xfrm>
              <a:off x="4351320" y="4466880"/>
              <a:ext cx="12240" cy="565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80" name="直接连接符 423"/>
            <p:cNvCxnSpPr/>
            <p:nvPr/>
          </p:nvCxnSpPr>
          <p:spPr>
            <a:xfrm flipV="1">
              <a:off x="4295520" y="4470480"/>
              <a:ext cx="57960" cy="428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81" name="直接连接符 424"/>
            <p:cNvCxnSpPr/>
            <p:nvPr/>
          </p:nvCxnSpPr>
          <p:spPr>
            <a:xfrm flipV="1">
              <a:off x="4295520" y="4567680"/>
              <a:ext cx="55440" cy="428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82" name="直接连接符 425"/>
            <p:cNvCxnSpPr/>
            <p:nvPr/>
          </p:nvCxnSpPr>
          <p:spPr>
            <a:xfrm>
              <a:off x="4353120" y="4469400"/>
              <a:ext cx="77040" cy="478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83" name="直接连接符 426"/>
            <p:cNvCxnSpPr/>
            <p:nvPr/>
          </p:nvCxnSpPr>
          <p:spPr>
            <a:xfrm>
              <a:off x="4350600" y="4567680"/>
              <a:ext cx="64440" cy="403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84" name="直接连接符 427"/>
            <p:cNvCxnSpPr/>
            <p:nvPr/>
          </p:nvCxnSpPr>
          <p:spPr>
            <a:xfrm flipH="1">
              <a:off x="4352400" y="4519800"/>
              <a:ext cx="11520" cy="457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685" name="矩形 428"/>
            <p:cNvSpPr/>
            <p:nvPr/>
          </p:nvSpPr>
          <p:spPr>
            <a:xfrm>
              <a:off x="4368240" y="4425120"/>
              <a:ext cx="67680" cy="518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7200" bIns="72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86" name="矩形 429"/>
            <p:cNvSpPr/>
            <p:nvPr/>
          </p:nvSpPr>
          <p:spPr>
            <a:xfrm>
              <a:off x="3535200" y="481320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87" name="文本框 430"/>
            <p:cNvSpPr/>
            <p:nvPr/>
          </p:nvSpPr>
          <p:spPr>
            <a:xfrm>
              <a:off x="3700080" y="4870080"/>
              <a:ext cx="1663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cxnSp>
          <p:nvCxnSpPr>
            <p:cNvPr id="688" name="直接连接符 431"/>
            <p:cNvCxnSpPr/>
            <p:nvPr/>
          </p:nvCxnSpPr>
          <p:spPr>
            <a:xfrm flipV="1">
              <a:off x="3816000" y="4875480"/>
              <a:ext cx="40680" cy="496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89" name="直接连接符 432"/>
            <p:cNvCxnSpPr/>
            <p:nvPr/>
          </p:nvCxnSpPr>
          <p:spPr>
            <a:xfrm flipH="1" flipV="1">
              <a:off x="3706560" y="4871880"/>
              <a:ext cx="33840" cy="489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90" name="直接连接符 433"/>
            <p:cNvCxnSpPr/>
            <p:nvPr/>
          </p:nvCxnSpPr>
          <p:spPr>
            <a:xfrm flipH="1" flipV="1">
              <a:off x="3781800" y="4850640"/>
              <a:ext cx="14400" cy="403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91" name="直接连接符 434"/>
            <p:cNvCxnSpPr/>
            <p:nvPr/>
          </p:nvCxnSpPr>
          <p:spPr>
            <a:xfrm flipV="1">
              <a:off x="3765600" y="4851360"/>
              <a:ext cx="16560" cy="399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92" name="直接连接符 435"/>
            <p:cNvCxnSpPr/>
            <p:nvPr/>
          </p:nvCxnSpPr>
          <p:spPr>
            <a:xfrm>
              <a:off x="3747600" y="4862880"/>
              <a:ext cx="17640" cy="252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93" name="直接连接符 436"/>
            <p:cNvCxnSpPr/>
            <p:nvPr/>
          </p:nvCxnSpPr>
          <p:spPr>
            <a:xfrm flipV="1">
              <a:off x="3795840" y="4862880"/>
              <a:ext cx="20160" cy="252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94" name="直接连接符 437"/>
            <p:cNvCxnSpPr/>
            <p:nvPr/>
          </p:nvCxnSpPr>
          <p:spPr>
            <a:xfrm>
              <a:off x="3816000" y="4862880"/>
              <a:ext cx="1440" cy="259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95" name="直接连接符 438"/>
            <p:cNvCxnSpPr/>
            <p:nvPr/>
          </p:nvCxnSpPr>
          <p:spPr>
            <a:xfrm flipV="1">
              <a:off x="3816720" y="4872600"/>
              <a:ext cx="36720" cy="187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96" name="直接连接符 439"/>
            <p:cNvCxnSpPr/>
            <p:nvPr/>
          </p:nvCxnSpPr>
          <p:spPr>
            <a:xfrm flipV="1">
              <a:off x="3743640" y="4865760"/>
              <a:ext cx="4320" cy="234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97" name="直接连接符 440"/>
            <p:cNvCxnSpPr/>
            <p:nvPr/>
          </p:nvCxnSpPr>
          <p:spPr>
            <a:xfrm>
              <a:off x="3709800" y="4869720"/>
              <a:ext cx="31320" cy="216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698" name="矩形 441"/>
            <p:cNvSpPr/>
            <p:nvPr/>
          </p:nvSpPr>
          <p:spPr>
            <a:xfrm>
              <a:off x="3714120" y="5067720"/>
              <a:ext cx="133200" cy="36720"/>
            </a:xfrm>
            <a:prstGeom prst="rect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-7920" bIns="-79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cxnSp>
          <p:nvCxnSpPr>
            <p:cNvPr id="699" name="直接连接符 442"/>
            <p:cNvCxnSpPr/>
            <p:nvPr/>
          </p:nvCxnSpPr>
          <p:spPr>
            <a:xfrm>
              <a:off x="3780720" y="4924800"/>
              <a:ext cx="3240" cy="1285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700" name="直接连接符 443"/>
            <p:cNvCxnSpPr/>
            <p:nvPr/>
          </p:nvCxnSpPr>
          <p:spPr>
            <a:xfrm flipV="1">
              <a:off x="3787560" y="5007960"/>
              <a:ext cx="5400" cy="11520"/>
            </a:xfrm>
            <a:prstGeom prst="straightConnector1">
              <a:avLst/>
            </a:prstGeom>
            <a:ln>
              <a:solidFill>
                <a:srgbClr val="ed7d31"/>
              </a:solidFill>
            </a:ln>
          </p:spPr>
        </p:cxnSp>
        <p:cxnSp>
          <p:nvCxnSpPr>
            <p:cNvPr id="701" name="直接连接符 444"/>
            <p:cNvCxnSpPr/>
            <p:nvPr/>
          </p:nvCxnSpPr>
          <p:spPr>
            <a:xfrm flipH="1" flipV="1">
              <a:off x="3780720" y="5007960"/>
              <a:ext cx="2520" cy="10080"/>
            </a:xfrm>
            <a:prstGeom prst="straightConnector1">
              <a:avLst/>
            </a:prstGeom>
            <a:ln>
              <a:solidFill>
                <a:srgbClr val="ed7d31"/>
              </a:solidFill>
            </a:ln>
          </p:spPr>
        </p:cxnSp>
        <p:cxnSp>
          <p:nvCxnSpPr>
            <p:cNvPr id="702" name="直接连接符 445"/>
            <p:cNvCxnSpPr/>
            <p:nvPr/>
          </p:nvCxnSpPr>
          <p:spPr>
            <a:xfrm flipH="1" flipV="1">
              <a:off x="3772800" y="5009040"/>
              <a:ext cx="2520" cy="10080"/>
            </a:xfrm>
            <a:prstGeom prst="straightConnector1">
              <a:avLst/>
            </a:prstGeom>
            <a:ln>
              <a:solidFill>
                <a:srgbClr val="ed7d31"/>
              </a:solidFill>
            </a:ln>
          </p:spPr>
        </p:cxnSp>
        <p:sp>
          <p:nvSpPr>
            <p:cNvPr id="703" name="矩形 446"/>
            <p:cNvSpPr/>
            <p:nvPr/>
          </p:nvSpPr>
          <p:spPr>
            <a:xfrm>
              <a:off x="4160520" y="481320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04" name="椭圆 447"/>
            <p:cNvSpPr/>
            <p:nvPr/>
          </p:nvSpPr>
          <p:spPr>
            <a:xfrm>
              <a:off x="4345200" y="4899240"/>
              <a:ext cx="149040" cy="15012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05" name="双波形 448"/>
            <p:cNvSpPr/>
            <p:nvPr/>
          </p:nvSpPr>
          <p:spPr>
            <a:xfrm>
              <a:off x="4381920" y="4946400"/>
              <a:ext cx="75600" cy="56520"/>
            </a:xfrm>
            <a:prstGeom prst="doubleWave">
              <a:avLst>
                <a:gd name="adj1" fmla="val 6250"/>
                <a:gd name="adj2" fmla="val 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2160" bIns="-216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06" name="斜纹 449"/>
            <p:cNvSpPr/>
            <p:nvPr/>
          </p:nvSpPr>
          <p:spPr>
            <a:xfrm flipH="1" rot="1800000">
              <a:off x="4525200" y="4959000"/>
              <a:ext cx="30600" cy="43560"/>
            </a:xfrm>
            <a:prstGeom prst="diagStripe">
              <a:avLst>
                <a:gd name="adj" fmla="val 50000"/>
              </a:avLst>
            </a:prstGeom>
            <a:noFill/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12240" bIns="-1224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cxnSp>
          <p:nvCxnSpPr>
            <p:cNvPr id="707" name="直接连接符 450"/>
            <p:cNvCxnSpPr/>
            <p:nvPr/>
          </p:nvCxnSpPr>
          <p:spPr>
            <a:xfrm>
              <a:off x="4548600" y="4997160"/>
              <a:ext cx="4320" cy="5004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cxnSp>
          <p:nvCxnSpPr>
            <p:cNvPr id="708" name="直接连接符 451"/>
            <p:cNvCxnSpPr/>
            <p:nvPr/>
          </p:nvCxnSpPr>
          <p:spPr>
            <a:xfrm flipH="1">
              <a:off x="4299120" y="4989960"/>
              <a:ext cx="4680" cy="4968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cxnSp>
          <p:nvCxnSpPr>
            <p:cNvPr id="709" name="直接连接符 452"/>
            <p:cNvCxnSpPr/>
            <p:nvPr/>
          </p:nvCxnSpPr>
          <p:spPr>
            <a:xfrm flipH="1">
              <a:off x="4309560" y="4962960"/>
              <a:ext cx="3240" cy="2304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cxnSp>
          <p:nvCxnSpPr>
            <p:cNvPr id="710" name="直接连接符 453"/>
            <p:cNvCxnSpPr/>
            <p:nvPr/>
          </p:nvCxnSpPr>
          <p:spPr>
            <a:xfrm flipH="1">
              <a:off x="4303440" y="4962960"/>
              <a:ext cx="3240" cy="2304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cxnSp>
          <p:nvCxnSpPr>
            <p:cNvPr id="711" name="直接连接符 454"/>
            <p:cNvCxnSpPr/>
            <p:nvPr/>
          </p:nvCxnSpPr>
          <p:spPr>
            <a:xfrm flipH="1">
              <a:off x="4296240" y="4962960"/>
              <a:ext cx="3240" cy="2304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sp>
          <p:nvSpPr>
            <p:cNvPr id="712" name="椭圆 455"/>
            <p:cNvSpPr/>
            <p:nvPr/>
          </p:nvSpPr>
          <p:spPr>
            <a:xfrm>
              <a:off x="4511520" y="4849560"/>
              <a:ext cx="51480" cy="5184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8280" bIns="-828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13" name="矩形 456"/>
            <p:cNvSpPr/>
            <p:nvPr/>
          </p:nvSpPr>
          <p:spPr>
            <a:xfrm>
              <a:off x="3532680" y="5284080"/>
              <a:ext cx="501840" cy="302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14" name="十角星 457"/>
            <p:cNvSpPr/>
            <p:nvPr/>
          </p:nvSpPr>
          <p:spPr>
            <a:xfrm>
              <a:off x="3800880" y="4477320"/>
              <a:ext cx="30600" cy="33840"/>
            </a:xfrm>
            <a:prstGeom prst="star10">
              <a:avLst>
                <a:gd name="adj" fmla="val 42533"/>
                <a:gd name="hf" fmla="val 105146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27720" bIns="-277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15" name="太阳形 458"/>
            <p:cNvSpPr/>
            <p:nvPr/>
          </p:nvSpPr>
          <p:spPr>
            <a:xfrm>
              <a:off x="4317840" y="3915000"/>
              <a:ext cx="50040" cy="51480"/>
            </a:xfrm>
            <a:prstGeom prst="sun">
              <a:avLst>
                <a:gd name="adj" fmla="val 25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26640" bIns="-2664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cxnSp>
          <p:nvCxnSpPr>
            <p:cNvPr id="716" name="直接连接符 459"/>
            <p:cNvCxnSpPr/>
            <p:nvPr/>
          </p:nvCxnSpPr>
          <p:spPr>
            <a:xfrm>
              <a:off x="3821040" y="5447880"/>
              <a:ext cx="1080" cy="309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717" name="直接连接符 460"/>
            <p:cNvCxnSpPr/>
            <p:nvPr/>
          </p:nvCxnSpPr>
          <p:spPr>
            <a:xfrm flipV="1">
              <a:off x="3808080" y="5446080"/>
              <a:ext cx="14040" cy="151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718" name="直接连接符 461"/>
            <p:cNvCxnSpPr/>
            <p:nvPr/>
          </p:nvCxnSpPr>
          <p:spPr>
            <a:xfrm flipV="1">
              <a:off x="3807720" y="5478480"/>
              <a:ext cx="14400" cy="208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719" name="直接连接符 462"/>
            <p:cNvCxnSpPr/>
            <p:nvPr/>
          </p:nvCxnSpPr>
          <p:spPr>
            <a:xfrm>
              <a:off x="3822840" y="5446080"/>
              <a:ext cx="30600" cy="126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720" name="直接连接符 463"/>
            <p:cNvCxnSpPr/>
            <p:nvPr/>
          </p:nvCxnSpPr>
          <p:spPr>
            <a:xfrm>
              <a:off x="3823920" y="5478480"/>
              <a:ext cx="16560" cy="180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721" name="直接连接符 464"/>
            <p:cNvCxnSpPr/>
            <p:nvPr/>
          </p:nvCxnSpPr>
          <p:spPr>
            <a:xfrm flipH="1" flipV="1">
              <a:off x="3801600" y="5442120"/>
              <a:ext cx="6480" cy="165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722" name="直接连接符 465"/>
            <p:cNvCxnSpPr/>
            <p:nvPr/>
          </p:nvCxnSpPr>
          <p:spPr>
            <a:xfrm flipH="1" flipV="1">
              <a:off x="3794040" y="5441760"/>
              <a:ext cx="7920" cy="36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723" name="直接连接符 466"/>
            <p:cNvCxnSpPr/>
            <p:nvPr/>
          </p:nvCxnSpPr>
          <p:spPr>
            <a:xfrm flipV="1">
              <a:off x="3801600" y="5434200"/>
              <a:ext cx="360" cy="79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724" name="直接连接符 467"/>
            <p:cNvCxnSpPr/>
            <p:nvPr/>
          </p:nvCxnSpPr>
          <p:spPr>
            <a:xfrm flipH="1">
              <a:off x="3688560" y="5307840"/>
              <a:ext cx="40680" cy="1926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725" name="直接连接符 468"/>
            <p:cNvCxnSpPr/>
            <p:nvPr/>
          </p:nvCxnSpPr>
          <p:spPr>
            <a:xfrm flipH="1">
              <a:off x="3753000" y="5317560"/>
              <a:ext cx="37440" cy="1821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726" name="直接连接符 469"/>
            <p:cNvCxnSpPr/>
            <p:nvPr/>
          </p:nvCxnSpPr>
          <p:spPr>
            <a:xfrm flipH="1" flipV="1">
              <a:off x="3728880" y="5305680"/>
              <a:ext cx="62280" cy="115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727" name="直接连接符 470"/>
            <p:cNvCxnSpPr/>
            <p:nvPr/>
          </p:nvCxnSpPr>
          <p:spPr>
            <a:xfrm flipH="1" flipV="1">
              <a:off x="3731760" y="5335920"/>
              <a:ext cx="1728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728" name="直接连接符 471"/>
            <p:cNvCxnSpPr/>
            <p:nvPr/>
          </p:nvCxnSpPr>
          <p:spPr>
            <a:xfrm flipH="1" flipV="1">
              <a:off x="3757680" y="5346000"/>
              <a:ext cx="1728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729" name="直接连接符 472"/>
            <p:cNvCxnSpPr/>
            <p:nvPr/>
          </p:nvCxnSpPr>
          <p:spPr>
            <a:xfrm flipH="1" flipV="1">
              <a:off x="3728880" y="5350680"/>
              <a:ext cx="1728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730" name="直接连接符 473"/>
            <p:cNvCxnSpPr/>
            <p:nvPr/>
          </p:nvCxnSpPr>
          <p:spPr>
            <a:xfrm flipH="1" flipV="1">
              <a:off x="3761640" y="5331960"/>
              <a:ext cx="1728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731" name="直接连接符 474"/>
            <p:cNvCxnSpPr/>
            <p:nvPr/>
          </p:nvCxnSpPr>
          <p:spPr>
            <a:xfrm flipH="1" flipV="1">
              <a:off x="3751560" y="5361840"/>
              <a:ext cx="1692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732" name="直接连接符 475"/>
            <p:cNvCxnSpPr/>
            <p:nvPr/>
          </p:nvCxnSpPr>
          <p:spPr>
            <a:xfrm flipH="1" flipV="1">
              <a:off x="3740040" y="5327640"/>
              <a:ext cx="1728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733" name="直接连接符 476"/>
            <p:cNvCxnSpPr/>
            <p:nvPr/>
          </p:nvCxnSpPr>
          <p:spPr>
            <a:xfrm flipH="1" flipV="1">
              <a:off x="3723840" y="5373720"/>
              <a:ext cx="17280" cy="468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734" name="直接连接符 477"/>
            <p:cNvCxnSpPr/>
            <p:nvPr/>
          </p:nvCxnSpPr>
          <p:spPr>
            <a:xfrm flipH="1" flipV="1">
              <a:off x="3745080" y="5384160"/>
              <a:ext cx="1728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735" name="直接连接符 478"/>
            <p:cNvCxnSpPr/>
            <p:nvPr/>
          </p:nvCxnSpPr>
          <p:spPr>
            <a:xfrm flipH="1" flipV="1">
              <a:off x="3717720" y="5394240"/>
              <a:ext cx="1728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736" name="直接连接符 479"/>
            <p:cNvCxnSpPr/>
            <p:nvPr/>
          </p:nvCxnSpPr>
          <p:spPr>
            <a:xfrm flipH="1" flipV="1">
              <a:off x="3745080" y="5403240"/>
              <a:ext cx="17280" cy="504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737" name="直接连接符 480"/>
            <p:cNvCxnSpPr/>
            <p:nvPr/>
          </p:nvCxnSpPr>
          <p:spPr>
            <a:xfrm flipH="1" flipV="1">
              <a:off x="3588120" y="5514120"/>
              <a:ext cx="364680" cy="14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738" name="矩形 481"/>
            <p:cNvSpPr/>
            <p:nvPr/>
          </p:nvSpPr>
          <p:spPr>
            <a:xfrm>
              <a:off x="4159800" y="5282280"/>
              <a:ext cx="507960" cy="312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39" name="十角星 482"/>
            <p:cNvSpPr/>
            <p:nvPr/>
          </p:nvSpPr>
          <p:spPr>
            <a:xfrm>
              <a:off x="4397400" y="5317200"/>
              <a:ext cx="30600" cy="33840"/>
            </a:xfrm>
            <a:prstGeom prst="star10">
              <a:avLst>
                <a:gd name="adj" fmla="val 42533"/>
                <a:gd name="hf" fmla="val 105146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27720" bIns="-277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cxnSp>
          <p:nvCxnSpPr>
            <p:cNvPr id="740" name="直接连接符 483"/>
            <p:cNvCxnSpPr/>
            <p:nvPr/>
          </p:nvCxnSpPr>
          <p:spPr>
            <a:xfrm flipV="1">
              <a:off x="4414320" y="5531040"/>
              <a:ext cx="360" cy="4680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sp>
          <p:nvSpPr>
            <p:cNvPr id="741" name="等腰三角形 484"/>
            <p:cNvSpPr/>
            <p:nvPr/>
          </p:nvSpPr>
          <p:spPr>
            <a:xfrm>
              <a:off x="4365000" y="5358240"/>
              <a:ext cx="95040" cy="172800"/>
            </a:xfrm>
            <a:prstGeom prst="triangle">
              <a:avLst>
                <a:gd name="adj" fmla="val 50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1760" bIns="4176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42" name="文本框 485"/>
            <p:cNvSpPr/>
            <p:nvPr/>
          </p:nvSpPr>
          <p:spPr>
            <a:xfrm>
              <a:off x="4382280" y="535860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3" name="文本框 486"/>
            <p:cNvSpPr/>
            <p:nvPr/>
          </p:nvSpPr>
          <p:spPr>
            <a:xfrm>
              <a:off x="4360320" y="538632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4" name="文本框 487"/>
            <p:cNvSpPr/>
            <p:nvPr/>
          </p:nvSpPr>
          <p:spPr>
            <a:xfrm>
              <a:off x="4351320" y="526320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5" name="文本框 488"/>
            <p:cNvSpPr/>
            <p:nvPr/>
          </p:nvSpPr>
          <p:spPr>
            <a:xfrm>
              <a:off x="4339080" y="522288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6" name="文本框 489"/>
            <p:cNvSpPr/>
            <p:nvPr/>
          </p:nvSpPr>
          <p:spPr>
            <a:xfrm>
              <a:off x="4354920" y="5240160"/>
              <a:ext cx="90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7" name="椭圆 490"/>
            <p:cNvSpPr/>
            <p:nvPr/>
          </p:nvSpPr>
          <p:spPr>
            <a:xfrm>
              <a:off x="3753360" y="4044240"/>
              <a:ext cx="51480" cy="5184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8280" bIns="-828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48" name="椭圆 491"/>
            <p:cNvSpPr/>
            <p:nvPr/>
          </p:nvSpPr>
          <p:spPr>
            <a:xfrm>
              <a:off x="3814920" y="3954240"/>
              <a:ext cx="81720" cy="8064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12600" bIns="126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49" name="椭圆 492"/>
            <p:cNvSpPr/>
            <p:nvPr/>
          </p:nvSpPr>
          <p:spPr>
            <a:xfrm>
              <a:off x="3675960" y="3981960"/>
              <a:ext cx="81720" cy="80640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12600" bIns="126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cxnSp>
        <p:nvCxnSpPr>
          <p:cNvPr id="750" name="直接箭头连接符 494"/>
          <p:cNvCxnSpPr/>
          <p:nvPr/>
        </p:nvCxnSpPr>
        <p:spPr>
          <a:xfrm>
            <a:off x="5323680" y="3441600"/>
            <a:ext cx="1534680" cy="12960"/>
          </a:xfrm>
          <a:prstGeom prst="straightConnector1">
            <a:avLst/>
          </a:prstGeom>
          <a:ln>
            <a:solidFill>
              <a:srgbClr val="000000"/>
            </a:solidFill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矩形 4"/>
          <p:cNvSpPr/>
          <p:nvPr/>
        </p:nvSpPr>
        <p:spPr>
          <a:xfrm>
            <a:off x="4714920" y="116064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2" name="文本框 6"/>
          <p:cNvSpPr/>
          <p:nvPr/>
        </p:nvSpPr>
        <p:spPr>
          <a:xfrm>
            <a:off x="5153040" y="1474560"/>
            <a:ext cx="40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文本框 7"/>
          <p:cNvSpPr/>
          <p:nvPr/>
        </p:nvSpPr>
        <p:spPr>
          <a:xfrm>
            <a:off x="5356080" y="1160640"/>
            <a:ext cx="611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32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文本框 8"/>
          <p:cNvSpPr/>
          <p:nvPr/>
        </p:nvSpPr>
        <p:spPr>
          <a:xfrm>
            <a:off x="4820400" y="1218600"/>
            <a:ext cx="743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32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矩形 9"/>
          <p:cNvSpPr/>
          <p:nvPr/>
        </p:nvSpPr>
        <p:spPr>
          <a:xfrm>
            <a:off x="6256800" y="116064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6" name="文本框 10"/>
          <p:cNvSpPr/>
          <p:nvPr/>
        </p:nvSpPr>
        <p:spPr>
          <a:xfrm>
            <a:off x="6932520" y="1288440"/>
            <a:ext cx="2833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HK" sz="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57" name="直接连接符 13"/>
          <p:cNvCxnSpPr/>
          <p:nvPr/>
        </p:nvCxnSpPr>
        <p:spPr>
          <a:xfrm>
            <a:off x="6543360" y="1251360"/>
            <a:ext cx="269280" cy="4791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58" name="直接连接符 14"/>
          <p:cNvCxnSpPr/>
          <p:nvPr/>
        </p:nvCxnSpPr>
        <p:spPr>
          <a:xfrm flipV="1">
            <a:off x="6323040" y="1251360"/>
            <a:ext cx="221400" cy="4791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59" name="直接连接符 15"/>
          <p:cNvCxnSpPr/>
          <p:nvPr/>
        </p:nvCxnSpPr>
        <p:spPr>
          <a:xfrm flipV="1">
            <a:off x="6769440" y="1319400"/>
            <a:ext cx="158760" cy="3438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60" name="直接连接符 16"/>
          <p:cNvCxnSpPr/>
          <p:nvPr/>
        </p:nvCxnSpPr>
        <p:spPr>
          <a:xfrm>
            <a:off x="6927840" y="1319400"/>
            <a:ext cx="373680" cy="3578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61" name="直接连接符 17"/>
          <p:cNvCxnSpPr/>
          <p:nvPr/>
        </p:nvCxnSpPr>
        <p:spPr>
          <a:xfrm>
            <a:off x="6980400" y="1558080"/>
            <a:ext cx="188280" cy="153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62" name="直接连接符 18"/>
          <p:cNvCxnSpPr/>
          <p:nvPr/>
        </p:nvCxnSpPr>
        <p:spPr>
          <a:xfrm flipV="1">
            <a:off x="6552360" y="1558080"/>
            <a:ext cx="428400" cy="2106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763" name="矩形 23"/>
          <p:cNvSpPr/>
          <p:nvPr/>
        </p:nvSpPr>
        <p:spPr>
          <a:xfrm>
            <a:off x="4714920" y="229536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4" name="文本框 24"/>
          <p:cNvSpPr/>
          <p:nvPr/>
        </p:nvSpPr>
        <p:spPr>
          <a:xfrm>
            <a:off x="5123160" y="2399760"/>
            <a:ext cx="40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矩形 27"/>
          <p:cNvSpPr/>
          <p:nvPr/>
        </p:nvSpPr>
        <p:spPr>
          <a:xfrm>
            <a:off x="5127120" y="2768040"/>
            <a:ext cx="401760" cy="22320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6" name="矩形 28"/>
          <p:cNvSpPr/>
          <p:nvPr/>
        </p:nvSpPr>
        <p:spPr>
          <a:xfrm>
            <a:off x="5528880" y="2899440"/>
            <a:ext cx="329760" cy="9180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7" name="矩形 29"/>
          <p:cNvSpPr/>
          <p:nvPr/>
        </p:nvSpPr>
        <p:spPr>
          <a:xfrm>
            <a:off x="4796640" y="2842920"/>
            <a:ext cx="329760" cy="14832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8" name="矩形 30"/>
          <p:cNvSpPr/>
          <p:nvPr/>
        </p:nvSpPr>
        <p:spPr>
          <a:xfrm>
            <a:off x="6257160" y="229536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9" name="文本框 31"/>
          <p:cNvSpPr/>
          <p:nvPr/>
        </p:nvSpPr>
        <p:spPr>
          <a:xfrm>
            <a:off x="6885360" y="2334960"/>
            <a:ext cx="40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70" name="直接连接符 35"/>
          <p:cNvCxnSpPr/>
          <p:nvPr/>
        </p:nvCxnSpPr>
        <p:spPr>
          <a:xfrm flipH="1">
            <a:off x="7076160" y="2621880"/>
            <a:ext cx="16200" cy="1400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71" name="直接连接符 36"/>
          <p:cNvCxnSpPr/>
          <p:nvPr/>
        </p:nvCxnSpPr>
        <p:spPr>
          <a:xfrm flipV="1">
            <a:off x="6914880" y="2620440"/>
            <a:ext cx="177480" cy="1152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72" name="直接连接符 37"/>
          <p:cNvCxnSpPr/>
          <p:nvPr/>
        </p:nvCxnSpPr>
        <p:spPr>
          <a:xfrm flipV="1">
            <a:off x="6950520" y="2859120"/>
            <a:ext cx="136440" cy="1051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73" name="直接连接符 38"/>
          <p:cNvCxnSpPr/>
          <p:nvPr/>
        </p:nvCxnSpPr>
        <p:spPr>
          <a:xfrm>
            <a:off x="7090920" y="2616480"/>
            <a:ext cx="122400" cy="1256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74" name="直接连接符 39"/>
          <p:cNvCxnSpPr/>
          <p:nvPr/>
        </p:nvCxnSpPr>
        <p:spPr>
          <a:xfrm>
            <a:off x="7085880" y="2859120"/>
            <a:ext cx="157680" cy="982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75" name="直接连接符 40"/>
          <p:cNvCxnSpPr/>
          <p:nvPr/>
        </p:nvCxnSpPr>
        <p:spPr>
          <a:xfrm>
            <a:off x="7076160" y="2754360"/>
            <a:ext cx="13680" cy="1000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776" name="文本框 52"/>
          <p:cNvSpPr/>
          <p:nvPr/>
        </p:nvSpPr>
        <p:spPr>
          <a:xfrm>
            <a:off x="6523560" y="2336040"/>
            <a:ext cx="40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77" name="直接连接符 53"/>
          <p:cNvCxnSpPr/>
          <p:nvPr/>
        </p:nvCxnSpPr>
        <p:spPr>
          <a:xfrm>
            <a:off x="6728760" y="2612160"/>
            <a:ext cx="29880" cy="1389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78" name="直接连接符 54"/>
          <p:cNvCxnSpPr/>
          <p:nvPr/>
        </p:nvCxnSpPr>
        <p:spPr>
          <a:xfrm flipV="1">
            <a:off x="6591600" y="2621880"/>
            <a:ext cx="142200" cy="1051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79" name="直接连接符 55"/>
          <p:cNvCxnSpPr/>
          <p:nvPr/>
        </p:nvCxnSpPr>
        <p:spPr>
          <a:xfrm flipV="1">
            <a:off x="6591600" y="2860560"/>
            <a:ext cx="136440" cy="1051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80" name="直接连接符 56"/>
          <p:cNvCxnSpPr/>
          <p:nvPr/>
        </p:nvCxnSpPr>
        <p:spPr>
          <a:xfrm>
            <a:off x="6732000" y="2617920"/>
            <a:ext cx="190440" cy="117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81" name="直接连接符 57"/>
          <p:cNvCxnSpPr/>
          <p:nvPr/>
        </p:nvCxnSpPr>
        <p:spPr>
          <a:xfrm>
            <a:off x="6726960" y="2860560"/>
            <a:ext cx="158040" cy="97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82" name="直接连接符 58"/>
          <p:cNvCxnSpPr/>
          <p:nvPr/>
        </p:nvCxnSpPr>
        <p:spPr>
          <a:xfrm flipH="1">
            <a:off x="6730920" y="2743200"/>
            <a:ext cx="27720" cy="1126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783" name="矩形 61"/>
          <p:cNvSpPr/>
          <p:nvPr/>
        </p:nvSpPr>
        <p:spPr>
          <a:xfrm>
            <a:off x="6835320" y="2615400"/>
            <a:ext cx="167760" cy="1285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4" name="矩形 62"/>
          <p:cNvSpPr/>
          <p:nvPr/>
        </p:nvSpPr>
        <p:spPr>
          <a:xfrm>
            <a:off x="4714920" y="346572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5" name="文本框 63"/>
          <p:cNvSpPr/>
          <p:nvPr/>
        </p:nvSpPr>
        <p:spPr>
          <a:xfrm>
            <a:off x="5122800" y="3606120"/>
            <a:ext cx="40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18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86" name="直接连接符 68"/>
          <p:cNvCxnSpPr/>
          <p:nvPr/>
        </p:nvCxnSpPr>
        <p:spPr>
          <a:xfrm flipV="1">
            <a:off x="5407560" y="3619440"/>
            <a:ext cx="99360" cy="1220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87" name="直接连接符 69"/>
          <p:cNvCxnSpPr/>
          <p:nvPr/>
        </p:nvCxnSpPr>
        <p:spPr>
          <a:xfrm flipH="1" flipV="1">
            <a:off x="5138280" y="3611160"/>
            <a:ext cx="83520" cy="1191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88" name="直接连接符 70"/>
          <p:cNvCxnSpPr/>
          <p:nvPr/>
        </p:nvCxnSpPr>
        <p:spPr>
          <a:xfrm flipH="1" flipV="1">
            <a:off x="5323680" y="3559680"/>
            <a:ext cx="35280" cy="986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89" name="直接连接符 72"/>
          <p:cNvCxnSpPr/>
          <p:nvPr/>
        </p:nvCxnSpPr>
        <p:spPr>
          <a:xfrm flipV="1">
            <a:off x="5283000" y="3560400"/>
            <a:ext cx="41040" cy="97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90" name="直接连接符 73"/>
          <p:cNvCxnSpPr/>
          <p:nvPr/>
        </p:nvCxnSpPr>
        <p:spPr>
          <a:xfrm>
            <a:off x="5238720" y="3589560"/>
            <a:ext cx="43560" cy="612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91" name="直接连接符 74"/>
          <p:cNvCxnSpPr/>
          <p:nvPr/>
        </p:nvCxnSpPr>
        <p:spPr>
          <a:xfrm flipV="1">
            <a:off x="5358600" y="3589560"/>
            <a:ext cx="49320" cy="61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92" name="直接连接符 76"/>
          <p:cNvCxnSpPr/>
          <p:nvPr/>
        </p:nvCxnSpPr>
        <p:spPr>
          <a:xfrm>
            <a:off x="5407560" y="3589560"/>
            <a:ext cx="2880" cy="626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93" name="直接连接符 77"/>
          <p:cNvCxnSpPr/>
          <p:nvPr/>
        </p:nvCxnSpPr>
        <p:spPr>
          <a:xfrm flipV="1">
            <a:off x="5410080" y="3612960"/>
            <a:ext cx="90360" cy="45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94" name="直接连接符 78"/>
          <p:cNvCxnSpPr/>
          <p:nvPr/>
        </p:nvCxnSpPr>
        <p:spPr>
          <a:xfrm flipV="1">
            <a:off x="5229000" y="3596400"/>
            <a:ext cx="10080" cy="576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95" name="直接连接符 79"/>
          <p:cNvCxnSpPr/>
          <p:nvPr/>
        </p:nvCxnSpPr>
        <p:spPr>
          <a:xfrm>
            <a:off x="5145840" y="3606120"/>
            <a:ext cx="75960" cy="522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796" name="矩形 82"/>
          <p:cNvSpPr/>
          <p:nvPr/>
        </p:nvSpPr>
        <p:spPr>
          <a:xfrm>
            <a:off x="5155560" y="4094640"/>
            <a:ext cx="329760" cy="9180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797" name="直接连接符 85"/>
          <p:cNvCxnSpPr>
            <a:stCxn id="796" idx="0"/>
            <a:endCxn id="785" idx="2"/>
          </p:cNvCxnSpPr>
          <p:nvPr/>
        </p:nvCxnSpPr>
        <p:spPr>
          <a:xfrm flipV="1">
            <a:off x="5320440" y="3970080"/>
            <a:ext cx="7560" cy="124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798" name="直接连接符 86"/>
          <p:cNvCxnSpPr/>
          <p:nvPr/>
        </p:nvCxnSpPr>
        <p:spPr>
          <a:xfrm flipV="1">
            <a:off x="5337000" y="3946320"/>
            <a:ext cx="12960" cy="28440"/>
          </a:xfrm>
          <a:prstGeom prst="straightConnector1">
            <a:avLst/>
          </a:prstGeom>
          <a:ln>
            <a:solidFill>
              <a:srgbClr val="ed7d31"/>
            </a:solidFill>
          </a:ln>
        </p:spPr>
      </p:cxnSp>
      <p:cxnSp>
        <p:nvCxnSpPr>
          <p:cNvPr id="799" name="直接连接符 88"/>
          <p:cNvCxnSpPr/>
          <p:nvPr/>
        </p:nvCxnSpPr>
        <p:spPr>
          <a:xfrm flipH="1" flipV="1">
            <a:off x="5320440" y="3946320"/>
            <a:ext cx="5400" cy="24480"/>
          </a:xfrm>
          <a:prstGeom prst="straightConnector1">
            <a:avLst/>
          </a:prstGeom>
          <a:ln>
            <a:solidFill>
              <a:srgbClr val="ed7d31"/>
            </a:solidFill>
          </a:ln>
        </p:spPr>
      </p:cxnSp>
      <p:cxnSp>
        <p:nvCxnSpPr>
          <p:cNvPr id="800" name="直接连接符 89"/>
          <p:cNvCxnSpPr/>
          <p:nvPr/>
        </p:nvCxnSpPr>
        <p:spPr>
          <a:xfrm flipH="1" flipV="1">
            <a:off x="5300640" y="3950280"/>
            <a:ext cx="5760" cy="24480"/>
          </a:xfrm>
          <a:prstGeom prst="straightConnector1">
            <a:avLst/>
          </a:prstGeom>
          <a:ln>
            <a:solidFill>
              <a:srgbClr val="ed7d31"/>
            </a:solidFill>
          </a:ln>
        </p:spPr>
      </p:cxnSp>
      <p:sp>
        <p:nvSpPr>
          <p:cNvPr id="801" name="矩形 90"/>
          <p:cNvSpPr/>
          <p:nvPr/>
        </p:nvSpPr>
        <p:spPr>
          <a:xfrm>
            <a:off x="6257160" y="346572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2" name="椭圆 95"/>
          <p:cNvSpPr/>
          <p:nvPr/>
        </p:nvSpPr>
        <p:spPr>
          <a:xfrm>
            <a:off x="6713280" y="3678480"/>
            <a:ext cx="367920" cy="371160"/>
          </a:xfrm>
          <a:prstGeom prst="ellipse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3" name="双波形 96"/>
          <p:cNvSpPr/>
          <p:nvPr/>
        </p:nvSpPr>
        <p:spPr>
          <a:xfrm>
            <a:off x="6803280" y="3794040"/>
            <a:ext cx="186840" cy="140040"/>
          </a:xfrm>
          <a:prstGeom prst="doubleWave">
            <a:avLst>
              <a:gd name="adj1" fmla="val 6250"/>
              <a:gd name="adj2" fmla="val 0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4" name="斜纹 97"/>
          <p:cNvSpPr/>
          <p:nvPr/>
        </p:nvSpPr>
        <p:spPr>
          <a:xfrm flipH="1" rot="1800000">
            <a:off x="7157880" y="3824640"/>
            <a:ext cx="75960" cy="109440"/>
          </a:xfrm>
          <a:prstGeom prst="diagStripe">
            <a:avLst>
              <a:gd name="adj" fmla="val 50000"/>
            </a:avLst>
          </a:prstGeom>
          <a:noFill/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7080" bIns="370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805" name="直接连接符 98"/>
          <p:cNvCxnSpPr/>
          <p:nvPr/>
        </p:nvCxnSpPr>
        <p:spPr>
          <a:xfrm>
            <a:off x="7214040" y="3921120"/>
            <a:ext cx="10080" cy="12132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cxnSp>
        <p:nvCxnSpPr>
          <p:cNvPr id="806" name="直接连接符 101"/>
          <p:cNvCxnSpPr/>
          <p:nvPr/>
        </p:nvCxnSpPr>
        <p:spPr>
          <a:xfrm flipH="1">
            <a:off x="6599520" y="3903120"/>
            <a:ext cx="11520" cy="12168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cxnSp>
        <p:nvCxnSpPr>
          <p:cNvPr id="807" name="直接连接符 102"/>
          <p:cNvCxnSpPr/>
          <p:nvPr/>
        </p:nvCxnSpPr>
        <p:spPr>
          <a:xfrm flipH="1">
            <a:off x="6625440" y="3836520"/>
            <a:ext cx="7200" cy="5544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cxnSp>
        <p:nvCxnSpPr>
          <p:cNvPr id="808" name="直接连接符 103"/>
          <p:cNvCxnSpPr/>
          <p:nvPr/>
        </p:nvCxnSpPr>
        <p:spPr>
          <a:xfrm flipH="1">
            <a:off x="6610680" y="3836520"/>
            <a:ext cx="7560" cy="5544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cxnSp>
        <p:nvCxnSpPr>
          <p:cNvPr id="809" name="直接连接符 104"/>
          <p:cNvCxnSpPr/>
          <p:nvPr/>
        </p:nvCxnSpPr>
        <p:spPr>
          <a:xfrm flipH="1">
            <a:off x="6592320" y="3836520"/>
            <a:ext cx="7560" cy="5544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sp>
        <p:nvSpPr>
          <p:cNvPr id="810" name="椭圆 105"/>
          <p:cNvSpPr/>
          <p:nvPr/>
        </p:nvSpPr>
        <p:spPr>
          <a:xfrm>
            <a:off x="7123320" y="3556080"/>
            <a:ext cx="127440" cy="128520"/>
          </a:xfrm>
          <a:prstGeom prst="ellipse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1" name="矩形 106"/>
          <p:cNvSpPr/>
          <p:nvPr/>
        </p:nvSpPr>
        <p:spPr>
          <a:xfrm>
            <a:off x="4707720" y="4627800"/>
            <a:ext cx="1238400" cy="745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2" name="十角星 112"/>
          <p:cNvSpPr/>
          <p:nvPr/>
        </p:nvSpPr>
        <p:spPr>
          <a:xfrm>
            <a:off x="5370840" y="2638440"/>
            <a:ext cx="75960" cy="83520"/>
          </a:xfrm>
          <a:prstGeom prst="star10">
            <a:avLst>
              <a:gd name="adj" fmla="val 42533"/>
              <a:gd name="hf" fmla="val 105146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240" bIns="-32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3" name="太阳形 113"/>
          <p:cNvSpPr/>
          <p:nvPr/>
        </p:nvSpPr>
        <p:spPr>
          <a:xfrm>
            <a:off x="6645240" y="1251720"/>
            <a:ext cx="124200" cy="127440"/>
          </a:xfrm>
          <a:prstGeom prst="sun">
            <a:avLst>
              <a:gd name="adj" fmla="val 2500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60" bIns="3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4" name="文本框 114"/>
          <p:cNvSpPr/>
          <p:nvPr/>
        </p:nvSpPr>
        <p:spPr>
          <a:xfrm>
            <a:off x="5311080" y="4932720"/>
            <a:ext cx="221400" cy="1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HK" sz="300" spc="-1" strike="noStrike">
                <a:solidFill>
                  <a:schemeClr val="dk1"/>
                </a:solidFill>
                <a:latin typeface="Calibri"/>
              </a:rPr>
              <a:t>😊</a:t>
            </a:r>
            <a:endParaRPr b="0" lang="en-HK" sz="3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15" name="直接连接符 115"/>
          <p:cNvCxnSpPr/>
          <p:nvPr/>
        </p:nvCxnSpPr>
        <p:spPr>
          <a:xfrm>
            <a:off x="5420880" y="5032080"/>
            <a:ext cx="2160" cy="759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816" name="直接连接符 116"/>
          <p:cNvCxnSpPr/>
          <p:nvPr/>
        </p:nvCxnSpPr>
        <p:spPr>
          <a:xfrm flipV="1">
            <a:off x="5389200" y="5027760"/>
            <a:ext cx="33840" cy="36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817" name="直接连接符 117"/>
          <p:cNvCxnSpPr/>
          <p:nvPr/>
        </p:nvCxnSpPr>
        <p:spPr>
          <a:xfrm flipV="1">
            <a:off x="5386680" y="5107680"/>
            <a:ext cx="34560" cy="507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818" name="直接连接符 118"/>
          <p:cNvCxnSpPr/>
          <p:nvPr/>
        </p:nvCxnSpPr>
        <p:spPr>
          <a:xfrm>
            <a:off x="5424480" y="5027760"/>
            <a:ext cx="74880" cy="313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819" name="直接连接符 119"/>
          <p:cNvCxnSpPr/>
          <p:nvPr/>
        </p:nvCxnSpPr>
        <p:spPr>
          <a:xfrm>
            <a:off x="5427000" y="5107680"/>
            <a:ext cx="41040" cy="428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820" name="直接连接符 121"/>
          <p:cNvCxnSpPr/>
          <p:nvPr/>
        </p:nvCxnSpPr>
        <p:spPr>
          <a:xfrm flipH="1" flipV="1">
            <a:off x="5371200" y="5018400"/>
            <a:ext cx="15840" cy="406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821" name="直接连接符 122"/>
          <p:cNvCxnSpPr/>
          <p:nvPr/>
        </p:nvCxnSpPr>
        <p:spPr>
          <a:xfrm flipH="1" flipV="1">
            <a:off x="5353560" y="5016960"/>
            <a:ext cx="18000" cy="7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822" name="直接连接符 123"/>
          <p:cNvCxnSpPr/>
          <p:nvPr/>
        </p:nvCxnSpPr>
        <p:spPr>
          <a:xfrm flipV="1">
            <a:off x="5371200" y="4998600"/>
            <a:ext cx="360" cy="18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823" name="直接连接符 124"/>
          <p:cNvCxnSpPr/>
          <p:nvPr/>
        </p:nvCxnSpPr>
        <p:spPr>
          <a:xfrm flipH="1">
            <a:off x="5093280" y="4686120"/>
            <a:ext cx="100080" cy="4741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824" name="直接连接符 127"/>
          <p:cNvCxnSpPr/>
          <p:nvPr/>
        </p:nvCxnSpPr>
        <p:spPr>
          <a:xfrm flipH="1">
            <a:off x="5252400" y="4709520"/>
            <a:ext cx="91440" cy="448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825" name="直接连接符 129"/>
          <p:cNvCxnSpPr/>
          <p:nvPr/>
        </p:nvCxnSpPr>
        <p:spPr>
          <a:xfrm flipH="1" flipV="1">
            <a:off x="5193000" y="4681800"/>
            <a:ext cx="153360" cy="280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826" name="直接连接符 131"/>
          <p:cNvCxnSpPr/>
          <p:nvPr/>
        </p:nvCxnSpPr>
        <p:spPr>
          <a:xfrm flipH="1" flipV="1">
            <a:off x="5199840" y="475668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827" name="直接连接符 132"/>
          <p:cNvCxnSpPr/>
          <p:nvPr/>
        </p:nvCxnSpPr>
        <p:spPr>
          <a:xfrm flipH="1" flipV="1">
            <a:off x="5264640" y="478152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828" name="直接连接符 133"/>
          <p:cNvCxnSpPr/>
          <p:nvPr/>
        </p:nvCxnSpPr>
        <p:spPr>
          <a:xfrm flipH="1" flipV="1">
            <a:off x="5193000" y="4792320"/>
            <a:ext cx="4140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829" name="直接连接符 134"/>
          <p:cNvCxnSpPr/>
          <p:nvPr/>
        </p:nvCxnSpPr>
        <p:spPr>
          <a:xfrm flipH="1" flipV="1">
            <a:off x="5274000" y="474588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830" name="直接连接符 135"/>
          <p:cNvCxnSpPr/>
          <p:nvPr/>
        </p:nvCxnSpPr>
        <p:spPr>
          <a:xfrm flipH="1" flipV="1">
            <a:off x="5248800" y="4819320"/>
            <a:ext cx="4140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831" name="直接连接符 136"/>
          <p:cNvCxnSpPr/>
          <p:nvPr/>
        </p:nvCxnSpPr>
        <p:spPr>
          <a:xfrm flipH="1" flipV="1">
            <a:off x="5221440" y="473508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832" name="直接连接符 137"/>
          <p:cNvCxnSpPr/>
          <p:nvPr/>
        </p:nvCxnSpPr>
        <p:spPr>
          <a:xfrm flipH="1" flipV="1">
            <a:off x="5180040" y="484884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833" name="直接连接符 138"/>
          <p:cNvCxnSpPr/>
          <p:nvPr/>
        </p:nvCxnSpPr>
        <p:spPr>
          <a:xfrm flipH="1" flipV="1">
            <a:off x="5234040" y="4875480"/>
            <a:ext cx="4176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834" name="直接连接符 139"/>
          <p:cNvCxnSpPr/>
          <p:nvPr/>
        </p:nvCxnSpPr>
        <p:spPr>
          <a:xfrm flipH="1" flipV="1">
            <a:off x="5166360" y="4899960"/>
            <a:ext cx="4140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835" name="直接连接符 140"/>
          <p:cNvCxnSpPr/>
          <p:nvPr/>
        </p:nvCxnSpPr>
        <p:spPr>
          <a:xfrm flipH="1" flipV="1">
            <a:off x="5232960" y="4921560"/>
            <a:ext cx="41400" cy="111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836" name="直接连接符 141"/>
          <p:cNvCxnSpPr/>
          <p:nvPr/>
        </p:nvCxnSpPr>
        <p:spPr>
          <a:xfrm flipH="1" flipV="1">
            <a:off x="4844880" y="5194800"/>
            <a:ext cx="900000" cy="28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837" name="矩形 166"/>
          <p:cNvSpPr/>
          <p:nvPr/>
        </p:nvSpPr>
        <p:spPr>
          <a:xfrm>
            <a:off x="6256800" y="4623480"/>
            <a:ext cx="1253160" cy="76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8" name="十角星 171"/>
          <p:cNvSpPr/>
          <p:nvPr/>
        </p:nvSpPr>
        <p:spPr>
          <a:xfrm>
            <a:off x="6842160" y="4709160"/>
            <a:ext cx="75960" cy="83520"/>
          </a:xfrm>
          <a:prstGeom prst="star10">
            <a:avLst>
              <a:gd name="adj" fmla="val 42533"/>
              <a:gd name="hf" fmla="val 105146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240" bIns="-32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839" name="直接连接符 172"/>
          <p:cNvCxnSpPr/>
          <p:nvPr/>
        </p:nvCxnSpPr>
        <p:spPr>
          <a:xfrm flipV="1">
            <a:off x="6883200" y="5237280"/>
            <a:ext cx="360" cy="1159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840" name="等腰三角形 173"/>
          <p:cNvSpPr/>
          <p:nvPr/>
        </p:nvSpPr>
        <p:spPr>
          <a:xfrm>
            <a:off x="6762240" y="4810680"/>
            <a:ext cx="235080" cy="426240"/>
          </a:xfrm>
          <a:prstGeom prst="triangle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1" name="文本框 175"/>
          <p:cNvSpPr/>
          <p:nvPr/>
        </p:nvSpPr>
        <p:spPr>
          <a:xfrm>
            <a:off x="6804000" y="481140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文本框 177"/>
          <p:cNvSpPr/>
          <p:nvPr/>
        </p:nvSpPr>
        <p:spPr>
          <a:xfrm>
            <a:off x="6750720" y="487944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文本框 178"/>
          <p:cNvSpPr/>
          <p:nvPr/>
        </p:nvSpPr>
        <p:spPr>
          <a:xfrm>
            <a:off x="6750720" y="478224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文本框 179"/>
          <p:cNvSpPr/>
          <p:nvPr/>
        </p:nvSpPr>
        <p:spPr>
          <a:xfrm>
            <a:off x="6823080" y="493092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文本框 180"/>
          <p:cNvSpPr/>
          <p:nvPr/>
        </p:nvSpPr>
        <p:spPr>
          <a:xfrm>
            <a:off x="6762240" y="496116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文本框 181"/>
          <p:cNvSpPr/>
          <p:nvPr/>
        </p:nvSpPr>
        <p:spPr>
          <a:xfrm>
            <a:off x="6725880" y="493092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文本框 182"/>
          <p:cNvSpPr/>
          <p:nvPr/>
        </p:nvSpPr>
        <p:spPr>
          <a:xfrm>
            <a:off x="6779160" y="471996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文本框 183"/>
          <p:cNvSpPr/>
          <p:nvPr/>
        </p:nvSpPr>
        <p:spPr>
          <a:xfrm>
            <a:off x="6719040" y="475488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文本框 184"/>
          <p:cNvSpPr/>
          <p:nvPr/>
        </p:nvSpPr>
        <p:spPr>
          <a:xfrm>
            <a:off x="6840720" y="487944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文本框 185"/>
          <p:cNvSpPr/>
          <p:nvPr/>
        </p:nvSpPr>
        <p:spPr>
          <a:xfrm>
            <a:off x="6685920" y="498744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文本框 186"/>
          <p:cNvSpPr/>
          <p:nvPr/>
        </p:nvSpPr>
        <p:spPr>
          <a:xfrm>
            <a:off x="6762240" y="4714920"/>
            <a:ext cx="223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Calibri"/>
              </a:rPr>
              <a:t>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矩形 3"/>
          <p:cNvSpPr/>
          <p:nvPr/>
        </p:nvSpPr>
        <p:spPr>
          <a:xfrm>
            <a:off x="4205520" y="729000"/>
            <a:ext cx="3779640" cy="5399640"/>
          </a:xfrm>
          <a:prstGeom prst="rect">
            <a:avLst/>
          </a:prstGeom>
          <a:solidFill>
            <a:schemeClr val="bg1">
              <a:lumMod val="75000"/>
              <a:alpha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rgbClr val="ffffff">
                  <a:alpha val="1000"/>
                </a:srgbClr>
              </a:solidFill>
              <a:latin typeface="Calibri"/>
            </a:endParaRPr>
          </a:p>
        </p:txBody>
      </p:sp>
      <p:sp>
        <p:nvSpPr>
          <p:cNvPr id="853" name="矩形 5"/>
          <p:cNvSpPr/>
          <p:nvPr/>
        </p:nvSpPr>
        <p:spPr>
          <a:xfrm>
            <a:off x="5485680" y="3170520"/>
            <a:ext cx="1312920" cy="10155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4" name="任意多边形 20"/>
          <p:cNvSpPr/>
          <p:nvPr/>
        </p:nvSpPr>
        <p:spPr>
          <a:xfrm>
            <a:off x="5744880" y="2475360"/>
            <a:ext cx="791640" cy="694800"/>
          </a:xfrm>
          <a:custGeom>
            <a:avLst/>
            <a:gdLst>
              <a:gd name="textAreaLeft" fmla="*/ 0 w 791640"/>
              <a:gd name="textAreaRight" fmla="*/ 792000 w 791640"/>
              <a:gd name="textAreaTop" fmla="*/ 0 h 694800"/>
              <a:gd name="textAreaBottom" fmla="*/ 695160 h 694800"/>
            </a:gdLst>
            <a:ahLst/>
            <a:rect l="textAreaLeft" t="textAreaTop" r="textAreaRight" b="textAreaBottom"/>
            <a:pathLst>
              <a:path w="814705" h="927865">
                <a:moveTo>
                  <a:pt x="0" y="927865"/>
                </a:moveTo>
                <a:cubicBezTo>
                  <a:pt x="12065" y="773560"/>
                  <a:pt x="-18415" y="318900"/>
                  <a:pt x="115570" y="151895"/>
                </a:cubicBezTo>
                <a:cubicBezTo>
                  <a:pt x="249555" y="-15110"/>
                  <a:pt x="531495" y="-58925"/>
                  <a:pt x="671195" y="94110"/>
                </a:cubicBezTo>
                <a:cubicBezTo>
                  <a:pt x="810895" y="247145"/>
                  <a:pt x="774700" y="782450"/>
                  <a:pt x="814705" y="918340"/>
                </a:cubicBezTo>
              </a:path>
            </a:pathLst>
          </a:custGeom>
          <a:noFill/>
          <a:ln w="111125">
            <a:solidFill>
              <a:srgbClr val="fffff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855" name="直接连接符 21"/>
          <p:cNvCxnSpPr/>
          <p:nvPr/>
        </p:nvCxnSpPr>
        <p:spPr>
          <a:xfrm flipV="1">
            <a:off x="5400360" y="2562120"/>
            <a:ext cx="1648440" cy="1962360"/>
          </a:xfrm>
          <a:prstGeom prst="straightConnector1">
            <a:avLst/>
          </a:prstGeom>
          <a:ln w="76200">
            <a:solidFill>
              <a:srgbClr val="ffffff">
                <a:lumMod val="65000"/>
                <a:alpha val="99000"/>
              </a:srgbClr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6" name="直接箭头连接符 494"/>
          <p:cNvCxnSpPr/>
          <p:nvPr/>
        </p:nvCxnSpPr>
        <p:spPr>
          <a:xfrm>
            <a:off x="5626440" y="3427560"/>
            <a:ext cx="1534680" cy="12960"/>
          </a:xfrm>
          <a:prstGeom prst="straightConnector1">
            <a:avLst/>
          </a:prstGeom>
          <a:ln>
            <a:solidFill>
              <a:srgbClr val="000000"/>
            </a:solidFill>
            <a:tailEnd len="med" type="arrow" w="med"/>
          </a:ln>
        </p:spPr>
      </p:cxnSp>
      <p:grpSp>
        <p:nvGrpSpPr>
          <p:cNvPr id="857" name="组合 205"/>
          <p:cNvGrpSpPr/>
          <p:nvPr/>
        </p:nvGrpSpPr>
        <p:grpSpPr>
          <a:xfrm>
            <a:off x="7468200" y="1917360"/>
            <a:ext cx="1531800" cy="2189160"/>
            <a:chOff x="7468200" y="1917360"/>
            <a:chExt cx="1531800" cy="2189160"/>
          </a:xfrm>
        </p:grpSpPr>
        <p:sp>
          <p:nvSpPr>
            <p:cNvPr id="858" name="矩形 401"/>
            <p:cNvSpPr/>
            <p:nvPr/>
          </p:nvSpPr>
          <p:spPr>
            <a:xfrm>
              <a:off x="7468200" y="1917360"/>
              <a:ext cx="1531800" cy="21891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endParaRPr>
            </a:p>
          </p:txBody>
        </p:sp>
        <p:sp>
          <p:nvSpPr>
            <p:cNvPr id="859" name="矩形 402"/>
            <p:cNvSpPr/>
            <p:nvPr/>
          </p:nvSpPr>
          <p:spPr>
            <a:xfrm>
              <a:off x="7594560" y="2063880"/>
              <a:ext cx="1289160" cy="19508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860" name="文本框 486"/>
            <p:cNvSpPr/>
            <p:nvPr/>
          </p:nvSpPr>
          <p:spPr>
            <a:xfrm>
              <a:off x="8499960" y="3600000"/>
              <a:ext cx="903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1" name="文本框 1"/>
            <p:cNvSpPr/>
            <p:nvPr/>
          </p:nvSpPr>
          <p:spPr>
            <a:xfrm>
              <a:off x="8006760" y="2827800"/>
              <a:ext cx="4644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jpg</a:t>
              </a:r>
              <a:endParaRPr b="0" lang="en-HK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62" name="组合 206"/>
          <p:cNvGrpSpPr/>
          <p:nvPr/>
        </p:nvGrpSpPr>
        <p:grpSpPr>
          <a:xfrm>
            <a:off x="8472960" y="2180520"/>
            <a:ext cx="1531800" cy="2189160"/>
            <a:chOff x="8472960" y="2180520"/>
            <a:chExt cx="1531800" cy="2189160"/>
          </a:xfrm>
        </p:grpSpPr>
        <p:sp>
          <p:nvSpPr>
            <p:cNvPr id="863" name="矩形 43"/>
            <p:cNvSpPr/>
            <p:nvPr/>
          </p:nvSpPr>
          <p:spPr>
            <a:xfrm>
              <a:off x="8472960" y="2180520"/>
              <a:ext cx="1531800" cy="21891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endParaRPr>
            </a:p>
          </p:txBody>
        </p:sp>
        <p:sp>
          <p:nvSpPr>
            <p:cNvPr id="864" name="矩形 48"/>
            <p:cNvSpPr/>
            <p:nvPr/>
          </p:nvSpPr>
          <p:spPr>
            <a:xfrm>
              <a:off x="8599320" y="2327400"/>
              <a:ext cx="1289160" cy="19508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865" name="文本框 65"/>
            <p:cNvSpPr/>
            <p:nvPr/>
          </p:nvSpPr>
          <p:spPr>
            <a:xfrm>
              <a:off x="9504720" y="3863520"/>
              <a:ext cx="903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6" name="文本框 154"/>
            <p:cNvSpPr/>
            <p:nvPr/>
          </p:nvSpPr>
          <p:spPr>
            <a:xfrm>
              <a:off x="9011160" y="3091320"/>
              <a:ext cx="5781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jpeg</a:t>
              </a:r>
              <a:endParaRPr b="0" lang="en-HK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67" name="组合 207"/>
          <p:cNvGrpSpPr/>
          <p:nvPr/>
        </p:nvGrpSpPr>
        <p:grpSpPr>
          <a:xfrm>
            <a:off x="9533880" y="2487960"/>
            <a:ext cx="1531800" cy="2189160"/>
            <a:chOff x="9533880" y="2487960"/>
            <a:chExt cx="1531800" cy="2189160"/>
          </a:xfrm>
        </p:grpSpPr>
        <p:sp>
          <p:nvSpPr>
            <p:cNvPr id="868" name="矩形 199"/>
            <p:cNvSpPr/>
            <p:nvPr/>
          </p:nvSpPr>
          <p:spPr>
            <a:xfrm>
              <a:off x="9533880" y="2487960"/>
              <a:ext cx="1531800" cy="21891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endParaRPr>
            </a:p>
          </p:txBody>
        </p:sp>
        <p:sp>
          <p:nvSpPr>
            <p:cNvPr id="869" name="矩形 200"/>
            <p:cNvSpPr/>
            <p:nvPr/>
          </p:nvSpPr>
          <p:spPr>
            <a:xfrm>
              <a:off x="9660240" y="2634480"/>
              <a:ext cx="1289160" cy="19508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870" name="文本框 203"/>
            <p:cNvSpPr/>
            <p:nvPr/>
          </p:nvSpPr>
          <p:spPr>
            <a:xfrm>
              <a:off x="10565640" y="4170600"/>
              <a:ext cx="903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1" name="文本框 204"/>
            <p:cNvSpPr/>
            <p:nvPr/>
          </p:nvSpPr>
          <p:spPr>
            <a:xfrm>
              <a:off x="10072440" y="3398400"/>
              <a:ext cx="529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png</a:t>
              </a:r>
              <a:endParaRPr b="0" lang="en-HK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72" name="组合 498"/>
          <p:cNvGrpSpPr/>
          <p:nvPr/>
        </p:nvGrpSpPr>
        <p:grpSpPr>
          <a:xfrm>
            <a:off x="1034280" y="595800"/>
            <a:ext cx="1531800" cy="2189160"/>
            <a:chOff x="1034280" y="595800"/>
            <a:chExt cx="1531800" cy="2189160"/>
          </a:xfrm>
        </p:grpSpPr>
        <p:sp>
          <p:nvSpPr>
            <p:cNvPr id="873" name="矩形 499"/>
            <p:cNvSpPr/>
            <p:nvPr/>
          </p:nvSpPr>
          <p:spPr>
            <a:xfrm>
              <a:off x="1034280" y="595800"/>
              <a:ext cx="1531800" cy="21891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endParaRPr>
            </a:p>
          </p:txBody>
        </p:sp>
        <p:sp>
          <p:nvSpPr>
            <p:cNvPr id="874" name="矩形 500"/>
            <p:cNvSpPr/>
            <p:nvPr/>
          </p:nvSpPr>
          <p:spPr>
            <a:xfrm>
              <a:off x="1160640" y="742320"/>
              <a:ext cx="1289160" cy="19508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875" name="文本框 501"/>
            <p:cNvSpPr/>
            <p:nvPr/>
          </p:nvSpPr>
          <p:spPr>
            <a:xfrm>
              <a:off x="2066400" y="2278440"/>
              <a:ext cx="903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6" name="文本框 502"/>
            <p:cNvSpPr/>
            <p:nvPr/>
          </p:nvSpPr>
          <p:spPr>
            <a:xfrm>
              <a:off x="1572840" y="1506240"/>
              <a:ext cx="4644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jpg</a:t>
              </a:r>
              <a:endParaRPr b="0" lang="en-HK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77" name="组合 503"/>
          <p:cNvGrpSpPr/>
          <p:nvPr/>
        </p:nvGrpSpPr>
        <p:grpSpPr>
          <a:xfrm>
            <a:off x="1847160" y="836280"/>
            <a:ext cx="1531800" cy="2189160"/>
            <a:chOff x="1847160" y="836280"/>
            <a:chExt cx="1531800" cy="2189160"/>
          </a:xfrm>
        </p:grpSpPr>
        <p:sp>
          <p:nvSpPr>
            <p:cNvPr id="878" name="矩形 504"/>
            <p:cNvSpPr/>
            <p:nvPr/>
          </p:nvSpPr>
          <p:spPr>
            <a:xfrm>
              <a:off x="1847160" y="836280"/>
              <a:ext cx="1531800" cy="21891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endParaRPr>
            </a:p>
          </p:txBody>
        </p:sp>
        <p:sp>
          <p:nvSpPr>
            <p:cNvPr id="879" name="矩形 505"/>
            <p:cNvSpPr/>
            <p:nvPr/>
          </p:nvSpPr>
          <p:spPr>
            <a:xfrm>
              <a:off x="1973520" y="983160"/>
              <a:ext cx="1289160" cy="19508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880" name="文本框 506"/>
            <p:cNvSpPr/>
            <p:nvPr/>
          </p:nvSpPr>
          <p:spPr>
            <a:xfrm>
              <a:off x="2878920" y="2518920"/>
              <a:ext cx="903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1" name="文本框 507"/>
            <p:cNvSpPr/>
            <p:nvPr/>
          </p:nvSpPr>
          <p:spPr>
            <a:xfrm>
              <a:off x="2385720" y="1746720"/>
              <a:ext cx="5781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jpeg</a:t>
              </a:r>
              <a:endParaRPr b="0" lang="en-HK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82" name="组合 508"/>
          <p:cNvGrpSpPr/>
          <p:nvPr/>
        </p:nvGrpSpPr>
        <p:grpSpPr>
          <a:xfrm>
            <a:off x="2908440" y="1143720"/>
            <a:ext cx="1531800" cy="2189160"/>
            <a:chOff x="2908440" y="1143720"/>
            <a:chExt cx="1531800" cy="2189160"/>
          </a:xfrm>
        </p:grpSpPr>
        <p:sp>
          <p:nvSpPr>
            <p:cNvPr id="883" name="矩形 509"/>
            <p:cNvSpPr/>
            <p:nvPr/>
          </p:nvSpPr>
          <p:spPr>
            <a:xfrm>
              <a:off x="2908440" y="1143720"/>
              <a:ext cx="1531800" cy="21891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endParaRPr>
            </a:p>
          </p:txBody>
        </p:sp>
        <p:sp>
          <p:nvSpPr>
            <p:cNvPr id="884" name="矩形 510"/>
            <p:cNvSpPr/>
            <p:nvPr/>
          </p:nvSpPr>
          <p:spPr>
            <a:xfrm>
              <a:off x="3034800" y="1290240"/>
              <a:ext cx="1289160" cy="19508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885" name="文本框 511"/>
            <p:cNvSpPr/>
            <p:nvPr/>
          </p:nvSpPr>
          <p:spPr>
            <a:xfrm>
              <a:off x="3940200" y="2826360"/>
              <a:ext cx="903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6" name="文本框 512"/>
            <p:cNvSpPr/>
            <p:nvPr/>
          </p:nvSpPr>
          <p:spPr>
            <a:xfrm>
              <a:off x="3446640" y="2054160"/>
              <a:ext cx="529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png</a:t>
              </a:r>
              <a:endParaRPr b="0" lang="en-HK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87" name="组合 513"/>
          <p:cNvGrpSpPr/>
          <p:nvPr/>
        </p:nvGrpSpPr>
        <p:grpSpPr>
          <a:xfrm>
            <a:off x="3813840" y="1467000"/>
            <a:ext cx="1531800" cy="2189160"/>
            <a:chOff x="3813840" y="1467000"/>
            <a:chExt cx="1531800" cy="2189160"/>
          </a:xfrm>
        </p:grpSpPr>
        <p:sp>
          <p:nvSpPr>
            <p:cNvPr id="888" name="矩形 514"/>
            <p:cNvSpPr/>
            <p:nvPr/>
          </p:nvSpPr>
          <p:spPr>
            <a:xfrm>
              <a:off x="3813840" y="1467000"/>
              <a:ext cx="1531800" cy="21891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endParaRPr>
            </a:p>
          </p:txBody>
        </p:sp>
        <p:sp>
          <p:nvSpPr>
            <p:cNvPr id="889" name="矩形 515"/>
            <p:cNvSpPr/>
            <p:nvPr/>
          </p:nvSpPr>
          <p:spPr>
            <a:xfrm>
              <a:off x="3940200" y="1613520"/>
              <a:ext cx="1289160" cy="19508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890" name="文本框 516"/>
            <p:cNvSpPr/>
            <p:nvPr/>
          </p:nvSpPr>
          <p:spPr>
            <a:xfrm>
              <a:off x="4845600" y="3149640"/>
              <a:ext cx="903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1" name="文本框 517"/>
            <p:cNvSpPr/>
            <p:nvPr/>
          </p:nvSpPr>
          <p:spPr>
            <a:xfrm>
              <a:off x="4352760" y="2377440"/>
              <a:ext cx="6048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bmp</a:t>
              </a:r>
              <a:endParaRPr b="0" lang="en-HK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92" name="组合 518"/>
          <p:cNvGrpSpPr/>
          <p:nvPr/>
        </p:nvGrpSpPr>
        <p:grpSpPr>
          <a:xfrm>
            <a:off x="1062360" y="2680200"/>
            <a:ext cx="1531800" cy="2189160"/>
            <a:chOff x="1062360" y="2680200"/>
            <a:chExt cx="1531800" cy="2189160"/>
          </a:xfrm>
        </p:grpSpPr>
        <p:sp>
          <p:nvSpPr>
            <p:cNvPr id="893" name="矩形 519"/>
            <p:cNvSpPr/>
            <p:nvPr/>
          </p:nvSpPr>
          <p:spPr>
            <a:xfrm>
              <a:off x="1062360" y="2680200"/>
              <a:ext cx="1531800" cy="21891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endParaRPr>
            </a:p>
          </p:txBody>
        </p:sp>
        <p:sp>
          <p:nvSpPr>
            <p:cNvPr id="894" name="矩形 520"/>
            <p:cNvSpPr/>
            <p:nvPr/>
          </p:nvSpPr>
          <p:spPr>
            <a:xfrm>
              <a:off x="1188720" y="2827080"/>
              <a:ext cx="1289160" cy="19508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895" name="文本框 521"/>
            <p:cNvSpPr/>
            <p:nvPr/>
          </p:nvSpPr>
          <p:spPr>
            <a:xfrm>
              <a:off x="2094120" y="4363200"/>
              <a:ext cx="903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6" name="文本框 522"/>
            <p:cNvSpPr/>
            <p:nvPr/>
          </p:nvSpPr>
          <p:spPr>
            <a:xfrm>
              <a:off x="1602360" y="3591000"/>
              <a:ext cx="3790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tif</a:t>
              </a:r>
              <a:endParaRPr b="0" lang="en-HK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97" name="组合 523"/>
          <p:cNvGrpSpPr/>
          <p:nvPr/>
        </p:nvGrpSpPr>
        <p:grpSpPr>
          <a:xfrm>
            <a:off x="1875240" y="2921040"/>
            <a:ext cx="1531800" cy="2189160"/>
            <a:chOff x="1875240" y="2921040"/>
            <a:chExt cx="1531800" cy="2189160"/>
          </a:xfrm>
        </p:grpSpPr>
        <p:sp>
          <p:nvSpPr>
            <p:cNvPr id="898" name="矩形 524"/>
            <p:cNvSpPr/>
            <p:nvPr/>
          </p:nvSpPr>
          <p:spPr>
            <a:xfrm>
              <a:off x="1875240" y="2921040"/>
              <a:ext cx="1531800" cy="21891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endParaRPr>
            </a:p>
          </p:txBody>
        </p:sp>
        <p:sp>
          <p:nvSpPr>
            <p:cNvPr id="899" name="矩形 525"/>
            <p:cNvSpPr/>
            <p:nvPr/>
          </p:nvSpPr>
          <p:spPr>
            <a:xfrm>
              <a:off x="2001600" y="3067560"/>
              <a:ext cx="1289160" cy="19508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900" name="文本框 526"/>
            <p:cNvSpPr/>
            <p:nvPr/>
          </p:nvSpPr>
          <p:spPr>
            <a:xfrm>
              <a:off x="2907000" y="4603680"/>
              <a:ext cx="903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1" name="文本框 527"/>
            <p:cNvSpPr/>
            <p:nvPr/>
          </p:nvSpPr>
          <p:spPr>
            <a:xfrm>
              <a:off x="2414160" y="3831480"/>
              <a:ext cx="595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wmf</a:t>
              </a:r>
              <a:endParaRPr b="0" lang="en-HK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02" name="组合 528"/>
          <p:cNvGrpSpPr/>
          <p:nvPr/>
        </p:nvGrpSpPr>
        <p:grpSpPr>
          <a:xfrm>
            <a:off x="2936160" y="3228480"/>
            <a:ext cx="1531800" cy="2189160"/>
            <a:chOff x="2936160" y="3228480"/>
            <a:chExt cx="1531800" cy="2189160"/>
          </a:xfrm>
        </p:grpSpPr>
        <p:sp>
          <p:nvSpPr>
            <p:cNvPr id="903" name="矩形 529"/>
            <p:cNvSpPr/>
            <p:nvPr/>
          </p:nvSpPr>
          <p:spPr>
            <a:xfrm>
              <a:off x="2936160" y="3228480"/>
              <a:ext cx="1531800" cy="21891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endParaRPr>
            </a:p>
          </p:txBody>
        </p:sp>
        <p:sp>
          <p:nvSpPr>
            <p:cNvPr id="904" name="矩形 530"/>
            <p:cNvSpPr/>
            <p:nvPr/>
          </p:nvSpPr>
          <p:spPr>
            <a:xfrm>
              <a:off x="3062520" y="3375000"/>
              <a:ext cx="1289160" cy="19508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905" name="文本框 531"/>
            <p:cNvSpPr/>
            <p:nvPr/>
          </p:nvSpPr>
          <p:spPr>
            <a:xfrm>
              <a:off x="3968280" y="4911120"/>
              <a:ext cx="903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6" name="文本框 532"/>
            <p:cNvSpPr/>
            <p:nvPr/>
          </p:nvSpPr>
          <p:spPr>
            <a:xfrm>
              <a:off x="3476160" y="4138920"/>
              <a:ext cx="4266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jfif</a:t>
              </a:r>
              <a:endParaRPr b="0" lang="en-HK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07" name="组合 533"/>
          <p:cNvGrpSpPr/>
          <p:nvPr/>
        </p:nvGrpSpPr>
        <p:grpSpPr>
          <a:xfrm>
            <a:off x="3841920" y="3551400"/>
            <a:ext cx="1531800" cy="2189160"/>
            <a:chOff x="3841920" y="3551400"/>
            <a:chExt cx="1531800" cy="2189160"/>
          </a:xfrm>
        </p:grpSpPr>
        <p:sp>
          <p:nvSpPr>
            <p:cNvPr id="908" name="矩形 534"/>
            <p:cNvSpPr/>
            <p:nvPr/>
          </p:nvSpPr>
          <p:spPr>
            <a:xfrm>
              <a:off x="3841920" y="3551400"/>
              <a:ext cx="1531800" cy="21891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HK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endParaRPr>
            </a:p>
          </p:txBody>
        </p:sp>
        <p:sp>
          <p:nvSpPr>
            <p:cNvPr id="909" name="矩形 535"/>
            <p:cNvSpPr/>
            <p:nvPr/>
          </p:nvSpPr>
          <p:spPr>
            <a:xfrm>
              <a:off x="3968280" y="3698280"/>
              <a:ext cx="1289160" cy="19508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910" name="文本框 536"/>
            <p:cNvSpPr/>
            <p:nvPr/>
          </p:nvSpPr>
          <p:spPr>
            <a:xfrm>
              <a:off x="4873680" y="5234400"/>
              <a:ext cx="903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1" name="文本框 537"/>
            <p:cNvSpPr/>
            <p:nvPr/>
          </p:nvSpPr>
          <p:spPr>
            <a:xfrm>
              <a:off x="4380840" y="4462200"/>
              <a:ext cx="4111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gif</a:t>
              </a:r>
              <a:endParaRPr b="0" lang="en-HK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12" name="组合 1"/>
          <p:cNvGrpSpPr/>
          <p:nvPr/>
        </p:nvGrpSpPr>
        <p:grpSpPr>
          <a:xfrm>
            <a:off x="7740000" y="3746520"/>
            <a:ext cx="1531800" cy="2189160"/>
            <a:chOff x="7740000" y="3746520"/>
            <a:chExt cx="1531800" cy="2189160"/>
          </a:xfrm>
        </p:grpSpPr>
        <p:sp>
          <p:nvSpPr>
            <p:cNvPr id="913" name="矩形 1"/>
            <p:cNvSpPr/>
            <p:nvPr/>
          </p:nvSpPr>
          <p:spPr>
            <a:xfrm>
              <a:off x="7740000" y="3746520"/>
              <a:ext cx="1531800" cy="21891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HK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endParaRPr>
            </a:p>
          </p:txBody>
        </p:sp>
        <p:sp>
          <p:nvSpPr>
            <p:cNvPr id="914" name="矩形 2"/>
            <p:cNvSpPr/>
            <p:nvPr/>
          </p:nvSpPr>
          <p:spPr>
            <a:xfrm>
              <a:off x="7866360" y="3893040"/>
              <a:ext cx="1289160" cy="19508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915" name="文本框 2"/>
            <p:cNvSpPr/>
            <p:nvPr/>
          </p:nvSpPr>
          <p:spPr>
            <a:xfrm>
              <a:off x="8771760" y="5429160"/>
              <a:ext cx="903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6" name="文本框 3"/>
            <p:cNvSpPr/>
            <p:nvPr/>
          </p:nvSpPr>
          <p:spPr>
            <a:xfrm>
              <a:off x="8349840" y="4656960"/>
              <a:ext cx="3870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jxl</a:t>
              </a:r>
              <a:endParaRPr b="0" lang="en-HK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17" name="组合 2"/>
          <p:cNvGrpSpPr/>
          <p:nvPr/>
        </p:nvGrpSpPr>
        <p:grpSpPr>
          <a:xfrm>
            <a:off x="8820000" y="4014720"/>
            <a:ext cx="1531800" cy="2189160"/>
            <a:chOff x="8820000" y="4014720"/>
            <a:chExt cx="1531800" cy="2189160"/>
          </a:xfrm>
        </p:grpSpPr>
        <p:sp>
          <p:nvSpPr>
            <p:cNvPr id="918" name="矩形 6"/>
            <p:cNvSpPr/>
            <p:nvPr/>
          </p:nvSpPr>
          <p:spPr>
            <a:xfrm>
              <a:off x="8820000" y="4014720"/>
              <a:ext cx="1531800" cy="21891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HK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endParaRPr>
            </a:p>
          </p:txBody>
        </p:sp>
        <p:sp>
          <p:nvSpPr>
            <p:cNvPr id="919" name="矩形 7"/>
            <p:cNvSpPr/>
            <p:nvPr/>
          </p:nvSpPr>
          <p:spPr>
            <a:xfrm>
              <a:off x="8946360" y="4161240"/>
              <a:ext cx="1289160" cy="19508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920" name="文本框 9"/>
            <p:cNvSpPr/>
            <p:nvPr/>
          </p:nvSpPr>
          <p:spPr>
            <a:xfrm>
              <a:off x="9851760" y="5697360"/>
              <a:ext cx="903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/>
                </a:rPr>
                <a:t>.</a:t>
              </a:r>
              <a:endParaRPr b="0" lang="en-H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1" name="文本框 11"/>
            <p:cNvSpPr/>
            <p:nvPr/>
          </p:nvSpPr>
          <p:spPr>
            <a:xfrm>
              <a:off x="9368280" y="4925160"/>
              <a:ext cx="5104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avif</a:t>
              </a:r>
              <a:endParaRPr b="0" lang="en-HK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矩形 3"/>
          <p:cNvSpPr/>
          <p:nvPr/>
        </p:nvSpPr>
        <p:spPr>
          <a:xfrm>
            <a:off x="720" y="0"/>
            <a:ext cx="12191760" cy="68576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矩形 3"/>
          <p:cNvSpPr/>
          <p:nvPr/>
        </p:nvSpPr>
        <p:spPr>
          <a:xfrm>
            <a:off x="720" y="0"/>
            <a:ext cx="12191760" cy="685764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矩形 3"/>
          <p:cNvSpPr/>
          <p:nvPr/>
        </p:nvSpPr>
        <p:spPr>
          <a:xfrm>
            <a:off x="720" y="0"/>
            <a:ext cx="12191760" cy="68576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矩形 3"/>
          <p:cNvSpPr/>
          <p:nvPr/>
        </p:nvSpPr>
        <p:spPr>
          <a:xfrm>
            <a:off x="720" y="0"/>
            <a:ext cx="12191760" cy="6857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矩形 3"/>
          <p:cNvSpPr/>
          <p:nvPr/>
        </p:nvSpPr>
        <p:spPr>
          <a:xfrm>
            <a:off x="720" y="0"/>
            <a:ext cx="12191760" cy="685764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矩形 3"/>
          <p:cNvSpPr/>
          <p:nvPr/>
        </p:nvSpPr>
        <p:spPr>
          <a:xfrm>
            <a:off x="720" y="0"/>
            <a:ext cx="12191760" cy="68576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矩形 3"/>
          <p:cNvSpPr/>
          <p:nvPr/>
        </p:nvSpPr>
        <p:spPr>
          <a:xfrm>
            <a:off x="720" y="0"/>
            <a:ext cx="12191760" cy="685764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矩形 3"/>
          <p:cNvSpPr/>
          <p:nvPr/>
        </p:nvSpPr>
        <p:spPr>
          <a:xfrm>
            <a:off x="720" y="0"/>
            <a:ext cx="12191760" cy="68576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矩形 3"/>
          <p:cNvSpPr/>
          <p:nvPr/>
        </p:nvSpPr>
        <p:spPr>
          <a:xfrm>
            <a:off x="72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4cd68"/>
              </a:gs>
              <a:gs pos="100000">
                <a:srgbClr val="0b6e38"/>
              </a:gs>
            </a:gsLst>
            <a:lin ang="0"/>
          </a:gradFill>
          <a:ln>
            <a:solidFill>
              <a:srgbClr val="32549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矩形 3"/>
          <p:cNvSpPr/>
          <p:nvPr/>
        </p:nvSpPr>
        <p:spPr>
          <a:xfrm>
            <a:off x="720" y="0"/>
            <a:ext cx="12191760" cy="685764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矩形 3"/>
          <p:cNvSpPr/>
          <p:nvPr/>
        </p:nvSpPr>
        <p:spPr>
          <a:xfrm>
            <a:off x="720" y="0"/>
            <a:ext cx="12191760" cy="685764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矩形 3"/>
          <p:cNvSpPr/>
          <p:nvPr/>
        </p:nvSpPr>
        <p:spPr>
          <a:xfrm>
            <a:off x="720" y="0"/>
            <a:ext cx="12191760" cy="6857640"/>
          </a:xfrm>
          <a:prstGeom prst="rect">
            <a:avLst/>
          </a:prstGeom>
          <a:solidFill>
            <a:schemeClr val="accent1"/>
          </a:solidFill>
          <a:ln>
            <a:solidFill>
              <a:srgbClr val="32549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矩形 3"/>
          <p:cNvSpPr/>
          <p:nvPr/>
        </p:nvSpPr>
        <p:spPr>
          <a:xfrm>
            <a:off x="720" y="0"/>
            <a:ext cx="12191760" cy="6857640"/>
          </a:xfrm>
          <a:prstGeom prst="rect">
            <a:avLst/>
          </a:prstGeom>
          <a:solidFill>
            <a:schemeClr val="accent6"/>
          </a:solidFill>
          <a:ln>
            <a:solidFill>
              <a:srgbClr val="32549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矩形 3"/>
          <p:cNvSpPr/>
          <p:nvPr/>
        </p:nvSpPr>
        <p:spPr>
          <a:xfrm>
            <a:off x="720" y="0"/>
            <a:ext cx="12191760" cy="6857640"/>
          </a:xfrm>
          <a:prstGeom prst="rect">
            <a:avLst/>
          </a:prstGeom>
          <a:pattFill prst="wdUpDiag">
            <a:fgClr>
              <a:srgbClr val="5b9bd5"/>
            </a:fgClr>
            <a:bgClr>
              <a:srgbClr val="ffffff"/>
            </a:bgClr>
          </a:pattFill>
          <a:ln>
            <a:solidFill>
              <a:srgbClr val="32549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6" name="文本框 1"/>
          <p:cNvSpPr/>
          <p:nvPr/>
        </p:nvSpPr>
        <p:spPr>
          <a:xfrm>
            <a:off x="5274000" y="1852200"/>
            <a:ext cx="1642680" cy="31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9900" spc="-1" strike="noStrike">
                <a:solidFill>
                  <a:schemeClr val="dk1"/>
                </a:solidFill>
                <a:latin typeface="Calibri"/>
              </a:rPr>
              <a:t>A</a:t>
            </a:r>
            <a:endParaRPr b="0" lang="en-HK" sz="19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矩形 3"/>
          <p:cNvSpPr/>
          <p:nvPr/>
        </p:nvSpPr>
        <p:spPr>
          <a:xfrm>
            <a:off x="720" y="0"/>
            <a:ext cx="12191760" cy="6857640"/>
          </a:xfrm>
          <a:prstGeom prst="rect">
            <a:avLst/>
          </a:prstGeom>
          <a:pattFill prst="openDmnd">
            <a:fgClr>
              <a:srgbClr val="5b9bd5"/>
            </a:fgClr>
            <a:bgClr>
              <a:srgbClr val="ffffff"/>
            </a:bgClr>
          </a:pattFill>
          <a:ln>
            <a:solidFill>
              <a:srgbClr val="32549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8" name="文本框 1"/>
          <p:cNvSpPr/>
          <p:nvPr/>
        </p:nvSpPr>
        <p:spPr>
          <a:xfrm>
            <a:off x="5319000" y="1852200"/>
            <a:ext cx="1555560" cy="31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9900" spc="-1" strike="noStrike">
                <a:solidFill>
                  <a:schemeClr val="dk1"/>
                </a:solidFill>
                <a:latin typeface="Calibri"/>
              </a:rPr>
              <a:t>B</a:t>
            </a:r>
            <a:endParaRPr b="0" lang="en-HK" sz="19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矩形 3"/>
          <p:cNvSpPr/>
          <p:nvPr/>
        </p:nvSpPr>
        <p:spPr>
          <a:xfrm>
            <a:off x="-11520" y="0"/>
            <a:ext cx="12191760" cy="6857640"/>
          </a:xfrm>
          <a:prstGeom prst="rect">
            <a:avLst/>
          </a:prstGeom>
          <a:pattFill prst="openDmnd">
            <a:fgClr>
              <a:srgbClr val="5b9bd5"/>
            </a:fgClr>
            <a:bgClr>
              <a:srgbClr val="ffffff"/>
            </a:bgClr>
          </a:pattFill>
          <a:ln>
            <a:solidFill>
              <a:srgbClr val="32549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0" name="文本框 1"/>
          <p:cNvSpPr/>
          <p:nvPr/>
        </p:nvSpPr>
        <p:spPr>
          <a:xfrm>
            <a:off x="5320080" y="1852200"/>
            <a:ext cx="1528200" cy="31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9900" spc="-1" strike="noStrike">
                <a:solidFill>
                  <a:schemeClr val="dk1"/>
                </a:solidFill>
                <a:latin typeface="Calibri"/>
              </a:rPr>
              <a:t>C</a:t>
            </a:r>
            <a:endParaRPr b="0" lang="en-HK" sz="19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矩形 3"/>
          <p:cNvSpPr/>
          <p:nvPr/>
        </p:nvSpPr>
        <p:spPr>
          <a:xfrm>
            <a:off x="720" y="0"/>
            <a:ext cx="12191760" cy="6857640"/>
          </a:xfrm>
          <a:prstGeom prst="rect">
            <a:avLst/>
          </a:prstGeom>
          <a:pattFill prst="wdDnDiag">
            <a:fgClr>
              <a:srgbClr val="5b9bd5"/>
            </a:fgClr>
            <a:bgClr>
              <a:srgbClr val="ffffff"/>
            </a:bgClr>
          </a:pattFill>
          <a:ln>
            <a:solidFill>
              <a:srgbClr val="32549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2" name="文本框 1"/>
          <p:cNvSpPr/>
          <p:nvPr/>
        </p:nvSpPr>
        <p:spPr>
          <a:xfrm>
            <a:off x="5229000" y="1852200"/>
            <a:ext cx="1735560" cy="31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9900" spc="-1" strike="noStrike">
                <a:solidFill>
                  <a:schemeClr val="dk1"/>
                </a:solidFill>
                <a:latin typeface="Calibri"/>
              </a:rPr>
              <a:t>D</a:t>
            </a:r>
            <a:endParaRPr b="0" lang="en-HK" sz="19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矩形 3"/>
          <p:cNvSpPr/>
          <p:nvPr/>
        </p:nvSpPr>
        <p:spPr>
          <a:xfrm>
            <a:off x="720" y="0"/>
            <a:ext cx="12191760" cy="6857640"/>
          </a:xfrm>
          <a:prstGeom prst="rect">
            <a:avLst/>
          </a:prstGeom>
          <a:pattFill prst="lgGrid">
            <a:fgClr>
              <a:srgbClr val="5b9bd5"/>
            </a:fgClr>
            <a:bgClr>
              <a:srgbClr val="ffffff"/>
            </a:bgClr>
          </a:pattFill>
          <a:ln>
            <a:solidFill>
              <a:srgbClr val="32549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4" name="文本框 1"/>
          <p:cNvSpPr/>
          <p:nvPr/>
        </p:nvSpPr>
        <p:spPr>
          <a:xfrm>
            <a:off x="5388840" y="1852200"/>
            <a:ext cx="1415520" cy="31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99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HK" sz="19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椭圆 4"/>
          <p:cNvSpPr/>
          <p:nvPr/>
        </p:nvSpPr>
        <p:spPr>
          <a:xfrm>
            <a:off x="3235320" y="568440"/>
            <a:ext cx="5721120" cy="5721120"/>
          </a:xfrm>
          <a:prstGeom prst="ellipse">
            <a:avLst/>
          </a:prstGeom>
          <a:solidFill>
            <a:srgbClr val="ff0000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HK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LibreOffice/7.6.6.3$MacOSX_AARCH64 LibreOffice_project/d97b2716a9a4a2ce1391dee1765565ea469b0ae7</Application>
  <AppVersion>15.0000</AppVersion>
  <Words>218</Words>
  <Paragraphs>274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2021-12-22T03:30:00Z</dcterms:created>
  <dc:creator>Administrator</dc:creator>
  <dc:description/>
  <dc:language>en-HK</dc:language>
  <cp:lastModifiedBy>Logan Cham</cp:lastModifiedBy>
  <dcterms:modified xsi:type="dcterms:W3CDTF">2026-08-03T22:52:01Z</dcterms:modified>
  <cp:revision>68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F7B2099C42F749A7A22788B4999842BA</vt:lpwstr>
  </property>
  <property fmtid="{D5CDD505-2E9C-101B-9397-08002B2CF9AE}" pid="3" name="KSOProductBuildVer">
    <vt:lpwstr>2052-11.1.0.11405</vt:lpwstr>
  </property>
  <property fmtid="{D5CDD505-2E9C-101B-9397-08002B2CF9AE}" pid="4" name="PresentationFormat">
    <vt:lpwstr>宽屏</vt:lpwstr>
  </property>
  <property fmtid="{D5CDD505-2E9C-101B-9397-08002B2CF9AE}" pid="5" name="Slides">
    <vt:i4>25</vt:i4>
  </property>
</Properties>
</file>